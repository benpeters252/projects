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1" r:id="rId2"/>
    <p:sldId id="2562" r:id="rId3"/>
    <p:sldId id="2580" r:id="rId4"/>
    <p:sldId id="2564" r:id="rId5"/>
    <p:sldId id="2611" r:id="rId6"/>
    <p:sldId id="2626" r:id="rId7"/>
    <p:sldId id="2613" r:id="rId8"/>
    <p:sldId id="2615" r:id="rId9"/>
    <p:sldId id="2625" r:id="rId10"/>
    <p:sldId id="2565" r:id="rId11"/>
    <p:sldId id="2587" r:id="rId12"/>
    <p:sldId id="2599" r:id="rId13"/>
    <p:sldId id="2600" r:id="rId14"/>
    <p:sldId id="2588" r:id="rId15"/>
    <p:sldId id="2591" r:id="rId16"/>
    <p:sldId id="2589" r:id="rId17"/>
    <p:sldId id="2618" r:id="rId18"/>
    <p:sldId id="2620" r:id="rId19"/>
    <p:sldId id="2624" r:id="rId20"/>
    <p:sldId id="2621" r:id="rId21"/>
    <p:sldId id="2602" r:id="rId22"/>
    <p:sldId id="2604" r:id="rId23"/>
    <p:sldId id="2605" r:id="rId24"/>
    <p:sldId id="2586" r:id="rId25"/>
    <p:sldId id="2582" r:id="rId26"/>
    <p:sldId id="2594" r:id="rId27"/>
    <p:sldId id="2592" r:id="rId28"/>
    <p:sldId id="25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B9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56EC0-32FE-411E-BB38-86DB0BC14587}" v="59" dt="2026-05-07T21:29:51.9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101" d="100"/>
          <a:sy n="101" d="100"/>
        </p:scale>
        <p:origin x="424"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Peters" userId="83763c400eb8b5dd" providerId="LiveId" clId="{7AE7A208-551F-4015-BAFA-D67B1C1DCA48}"/>
    <pc:docChg chg="undo custSel addSld delSld modSld sldOrd">
      <pc:chgData name="Benjamin Peters" userId="83763c400eb8b5dd" providerId="LiveId" clId="{7AE7A208-551F-4015-BAFA-D67B1C1DCA48}" dt="2026-05-07T22:29:37.743" v="6363" actId="20577"/>
      <pc:docMkLst>
        <pc:docMk/>
      </pc:docMkLst>
      <pc:sldChg chg="modSp mod">
        <pc:chgData name="Benjamin Peters" userId="83763c400eb8b5dd" providerId="LiveId" clId="{7AE7A208-551F-4015-BAFA-D67B1C1DCA48}" dt="2026-05-06T19:29:53.183" v="3" actId="20577"/>
        <pc:sldMkLst>
          <pc:docMk/>
          <pc:sldMk cId="1998990933" sldId="2561"/>
        </pc:sldMkLst>
        <pc:spChg chg="mod">
          <ac:chgData name="Benjamin Peters" userId="83763c400eb8b5dd" providerId="LiveId" clId="{7AE7A208-551F-4015-BAFA-D67B1C1DCA48}" dt="2026-05-06T19:29:53.183" v="3" actId="20577"/>
          <ac:spMkLst>
            <pc:docMk/>
            <pc:sldMk cId="1998990933" sldId="2561"/>
            <ac:spMk id="11" creationId="{FFAD6A8C-AD16-439F-B679-4B9A36375E5A}"/>
          </ac:spMkLst>
        </pc:spChg>
      </pc:sldChg>
      <pc:sldChg chg="modSp mod">
        <pc:chgData name="Benjamin Peters" userId="83763c400eb8b5dd" providerId="LiveId" clId="{7AE7A208-551F-4015-BAFA-D67B1C1DCA48}" dt="2026-05-07T14:56:30.308" v="364" actId="20577"/>
        <pc:sldMkLst>
          <pc:docMk/>
          <pc:sldMk cId="2256955935" sldId="2564"/>
        </pc:sldMkLst>
        <pc:spChg chg="mod">
          <ac:chgData name="Benjamin Peters" userId="83763c400eb8b5dd" providerId="LiveId" clId="{7AE7A208-551F-4015-BAFA-D67B1C1DCA48}" dt="2026-05-07T14:56:30.308" v="364" actId="20577"/>
          <ac:spMkLst>
            <pc:docMk/>
            <pc:sldMk cId="2256955935" sldId="2564"/>
            <ac:spMk id="16" creationId="{D8D397B2-6019-36BE-151F-6F67415FE962}"/>
          </ac:spMkLst>
        </pc:spChg>
      </pc:sldChg>
      <pc:sldChg chg="del">
        <pc:chgData name="Benjamin Peters" userId="83763c400eb8b5dd" providerId="LiveId" clId="{7AE7A208-551F-4015-BAFA-D67B1C1DCA48}" dt="2026-05-07T17:29:43.270" v="1778" actId="47"/>
        <pc:sldMkLst>
          <pc:docMk/>
          <pc:sldMk cId="1920828386" sldId="2581"/>
        </pc:sldMkLst>
      </pc:sldChg>
      <pc:sldChg chg="addSp delSp modSp mod">
        <pc:chgData name="Benjamin Peters" userId="83763c400eb8b5dd" providerId="LiveId" clId="{7AE7A208-551F-4015-BAFA-D67B1C1DCA48}" dt="2026-05-07T19:49:38.622" v="3307" actId="20577"/>
        <pc:sldMkLst>
          <pc:docMk/>
          <pc:sldMk cId="96027092" sldId="2582"/>
        </pc:sldMkLst>
        <pc:spChg chg="add mod">
          <ac:chgData name="Benjamin Peters" userId="83763c400eb8b5dd" providerId="LiveId" clId="{7AE7A208-551F-4015-BAFA-D67B1C1DCA48}" dt="2026-05-07T17:40:52.471" v="1972"/>
          <ac:spMkLst>
            <pc:docMk/>
            <pc:sldMk cId="96027092" sldId="2582"/>
            <ac:spMk id="2" creationId="{3DD77704-AA36-F374-B020-02FBF739049F}"/>
          </ac:spMkLst>
        </pc:spChg>
        <pc:spChg chg="mod">
          <ac:chgData name="Benjamin Peters" userId="83763c400eb8b5dd" providerId="LiveId" clId="{7AE7A208-551F-4015-BAFA-D67B1C1DCA48}" dt="2026-05-07T17:40:28.523" v="1967" actId="20577"/>
          <ac:spMkLst>
            <pc:docMk/>
            <pc:sldMk cId="96027092" sldId="2582"/>
            <ac:spMk id="3" creationId="{AC0AE798-FB39-1D18-7EAD-1206324CD3E8}"/>
          </ac:spMkLst>
        </pc:spChg>
        <pc:spChg chg="del">
          <ac:chgData name="Benjamin Peters" userId="83763c400eb8b5dd" providerId="LiveId" clId="{7AE7A208-551F-4015-BAFA-D67B1C1DCA48}" dt="2026-05-07T17:40:54.331" v="1973" actId="478"/>
          <ac:spMkLst>
            <pc:docMk/>
            <pc:sldMk cId="96027092" sldId="2582"/>
            <ac:spMk id="4" creationId="{7A29D383-6985-97C1-461A-FFF852471C9E}"/>
          </ac:spMkLst>
        </pc:spChg>
        <pc:graphicFrameChg chg="modGraphic">
          <ac:chgData name="Benjamin Peters" userId="83763c400eb8b5dd" providerId="LiveId" clId="{7AE7A208-551F-4015-BAFA-D67B1C1DCA48}" dt="2026-05-07T19:49:38.622" v="3307" actId="20577"/>
          <ac:graphicFrameMkLst>
            <pc:docMk/>
            <pc:sldMk cId="96027092" sldId="2582"/>
            <ac:graphicFrameMk id="9" creationId="{D528DF5E-0C41-0286-5B86-1EF6B9F59D7C}"/>
          </ac:graphicFrameMkLst>
        </pc:graphicFrameChg>
      </pc:sldChg>
      <pc:sldChg chg="modSp mod">
        <pc:chgData name="Benjamin Peters" userId="83763c400eb8b5dd" providerId="LiveId" clId="{7AE7A208-551F-4015-BAFA-D67B1C1DCA48}" dt="2026-05-07T21:44:20.387" v="6274" actId="1076"/>
        <pc:sldMkLst>
          <pc:docMk/>
          <pc:sldMk cId="1403791682" sldId="2583"/>
        </pc:sldMkLst>
        <pc:spChg chg="mod">
          <ac:chgData name="Benjamin Peters" userId="83763c400eb8b5dd" providerId="LiveId" clId="{7AE7A208-551F-4015-BAFA-D67B1C1DCA48}" dt="2026-05-07T21:44:17.319" v="6273" actId="403"/>
          <ac:spMkLst>
            <pc:docMk/>
            <pc:sldMk cId="1403791682" sldId="2583"/>
            <ac:spMk id="3" creationId="{74A47E4F-88A3-7144-0E43-A88B95C7949F}"/>
          </ac:spMkLst>
        </pc:spChg>
        <pc:spChg chg="mod">
          <ac:chgData name="Benjamin Peters" userId="83763c400eb8b5dd" providerId="LiveId" clId="{7AE7A208-551F-4015-BAFA-D67B1C1DCA48}" dt="2026-05-07T21:44:17.319" v="6273" actId="403"/>
          <ac:spMkLst>
            <pc:docMk/>
            <pc:sldMk cId="1403791682" sldId="2583"/>
            <ac:spMk id="4" creationId="{4D8AFF8A-4940-CE4B-4F1A-8063A1DD1471}"/>
          </ac:spMkLst>
        </pc:spChg>
        <pc:picChg chg="mod">
          <ac:chgData name="Benjamin Peters" userId="83763c400eb8b5dd" providerId="LiveId" clId="{7AE7A208-551F-4015-BAFA-D67B1C1DCA48}" dt="2026-05-07T21:44:20.387" v="6274" actId="1076"/>
          <ac:picMkLst>
            <pc:docMk/>
            <pc:sldMk cId="1403791682" sldId="2583"/>
            <ac:picMk id="10" creationId="{88DD358A-906B-9DDC-CD26-0A4323C301A6}"/>
          </ac:picMkLst>
        </pc:picChg>
      </pc:sldChg>
      <pc:sldChg chg="addSp delSp modSp mod">
        <pc:chgData name="Benjamin Peters" userId="83763c400eb8b5dd" providerId="LiveId" clId="{7AE7A208-551F-4015-BAFA-D67B1C1DCA48}" dt="2026-05-07T20:40:23.122" v="5584" actId="20577"/>
        <pc:sldMkLst>
          <pc:docMk/>
          <pc:sldMk cId="1182142753" sldId="2586"/>
        </pc:sldMkLst>
        <pc:spChg chg="mod">
          <ac:chgData name="Benjamin Peters" userId="83763c400eb8b5dd" providerId="LiveId" clId="{7AE7A208-551F-4015-BAFA-D67B1C1DCA48}" dt="2026-05-07T20:40:23.122" v="5584" actId="20577"/>
          <ac:spMkLst>
            <pc:docMk/>
            <pc:sldMk cId="1182142753" sldId="2586"/>
            <ac:spMk id="3" creationId="{C2FCFE17-0B09-721F-E07C-AFBCB6DFA71B}"/>
          </ac:spMkLst>
        </pc:spChg>
        <pc:spChg chg="mod">
          <ac:chgData name="Benjamin Peters" userId="83763c400eb8b5dd" providerId="LiveId" clId="{7AE7A208-551F-4015-BAFA-D67B1C1DCA48}" dt="2026-05-07T20:37:10.045" v="5546" actId="20577"/>
          <ac:spMkLst>
            <pc:docMk/>
            <pc:sldMk cId="1182142753" sldId="2586"/>
            <ac:spMk id="13" creationId="{523BECD9-FB05-7FD7-E98D-2FDE3CD8D022}"/>
          </ac:spMkLst>
        </pc:spChg>
        <pc:graphicFrameChg chg="add mod">
          <ac:chgData name="Benjamin Peters" userId="83763c400eb8b5dd" providerId="LiveId" clId="{7AE7A208-551F-4015-BAFA-D67B1C1DCA48}" dt="2026-05-07T17:39:32.976" v="1966" actId="207"/>
          <ac:graphicFrameMkLst>
            <pc:docMk/>
            <pc:sldMk cId="1182142753" sldId="2586"/>
            <ac:graphicFrameMk id="2" creationId="{8CD95D32-55D2-1BCA-85CD-2B3CCB9CCB39}"/>
          </ac:graphicFrameMkLst>
        </pc:graphicFrameChg>
        <pc:graphicFrameChg chg="del">
          <ac:chgData name="Benjamin Peters" userId="83763c400eb8b5dd" providerId="LiveId" clId="{7AE7A208-551F-4015-BAFA-D67B1C1DCA48}" dt="2026-05-07T17:39:14.872" v="1963" actId="478"/>
          <ac:graphicFrameMkLst>
            <pc:docMk/>
            <pc:sldMk cId="1182142753" sldId="2586"/>
            <ac:graphicFrameMk id="4" creationId="{0A8D57AF-50AA-102C-EAB7-1F47A884B7D3}"/>
          </ac:graphicFrameMkLst>
        </pc:graphicFrameChg>
      </pc:sldChg>
      <pc:sldChg chg="modSp mod">
        <pc:chgData name="Benjamin Peters" userId="83763c400eb8b5dd" providerId="LiveId" clId="{7AE7A208-551F-4015-BAFA-D67B1C1DCA48}" dt="2026-05-07T22:24:03.313" v="6282" actId="20577"/>
        <pc:sldMkLst>
          <pc:docMk/>
          <pc:sldMk cId="3935575859" sldId="2589"/>
        </pc:sldMkLst>
        <pc:spChg chg="mod">
          <ac:chgData name="Benjamin Peters" userId="83763c400eb8b5dd" providerId="LiveId" clId="{7AE7A208-551F-4015-BAFA-D67B1C1DCA48}" dt="2026-05-07T22:24:03.313" v="6282" actId="20577"/>
          <ac:spMkLst>
            <pc:docMk/>
            <pc:sldMk cId="3935575859" sldId="2589"/>
            <ac:spMk id="3" creationId="{355B8879-9B2A-A6F0-7ECC-B3E0E656B686}"/>
          </ac:spMkLst>
        </pc:spChg>
      </pc:sldChg>
      <pc:sldChg chg="delSp modSp mod">
        <pc:chgData name="Benjamin Peters" userId="83763c400eb8b5dd" providerId="LiveId" clId="{7AE7A208-551F-4015-BAFA-D67B1C1DCA48}" dt="2026-05-07T17:41:29.574" v="1978" actId="1076"/>
        <pc:sldMkLst>
          <pc:docMk/>
          <pc:sldMk cId="323652320" sldId="2592"/>
        </pc:sldMkLst>
        <pc:picChg chg="del">
          <ac:chgData name="Benjamin Peters" userId="83763c400eb8b5dd" providerId="LiveId" clId="{7AE7A208-551F-4015-BAFA-D67B1C1DCA48}" dt="2026-05-07T17:41:02.185" v="1974" actId="478"/>
          <ac:picMkLst>
            <pc:docMk/>
            <pc:sldMk cId="323652320" sldId="2592"/>
            <ac:picMk id="3" creationId="{DE24ABC1-93B8-7AC8-8C17-537957D97FC5}"/>
          </ac:picMkLst>
        </pc:picChg>
        <pc:picChg chg="mod">
          <ac:chgData name="Benjamin Peters" userId="83763c400eb8b5dd" providerId="LiveId" clId="{7AE7A208-551F-4015-BAFA-D67B1C1DCA48}" dt="2026-05-07T17:41:29.574" v="1978" actId="1076"/>
          <ac:picMkLst>
            <pc:docMk/>
            <pc:sldMk cId="323652320" sldId="2592"/>
            <ac:picMk id="11" creationId="{542CC9C9-B742-7AAE-81AE-1EC8430089A1}"/>
          </ac:picMkLst>
        </pc:picChg>
      </pc:sldChg>
      <pc:sldChg chg="addSp delSp modSp mod">
        <pc:chgData name="Benjamin Peters" userId="83763c400eb8b5dd" providerId="LiveId" clId="{7AE7A208-551F-4015-BAFA-D67B1C1DCA48}" dt="2026-05-07T17:40:49.525" v="1971"/>
        <pc:sldMkLst>
          <pc:docMk/>
          <pc:sldMk cId="2914104977" sldId="2594"/>
        </pc:sldMkLst>
        <pc:spChg chg="mod">
          <ac:chgData name="Benjamin Peters" userId="83763c400eb8b5dd" providerId="LiveId" clId="{7AE7A208-551F-4015-BAFA-D67B1C1DCA48}" dt="2026-05-07T17:34:21.040" v="1856" actId="1035"/>
          <ac:spMkLst>
            <pc:docMk/>
            <pc:sldMk cId="2914104977" sldId="2594"/>
            <ac:spMk id="2" creationId="{32F9CEB4-8478-DEA7-3946-1D3DA7A501F7}"/>
          </ac:spMkLst>
        </pc:spChg>
        <pc:spChg chg="del">
          <ac:chgData name="Benjamin Peters" userId="83763c400eb8b5dd" providerId="LiveId" clId="{7AE7A208-551F-4015-BAFA-D67B1C1DCA48}" dt="2026-05-07T17:40:41.279" v="1968" actId="478"/>
          <ac:spMkLst>
            <pc:docMk/>
            <pc:sldMk cId="2914104977" sldId="2594"/>
            <ac:spMk id="3" creationId="{19CD9F1E-800B-C2CE-07FD-AB52742BB2E1}"/>
          </ac:spMkLst>
        </pc:spChg>
        <pc:spChg chg="mod">
          <ac:chgData name="Benjamin Peters" userId="83763c400eb8b5dd" providerId="LiveId" clId="{7AE7A208-551F-4015-BAFA-D67B1C1DCA48}" dt="2026-05-07T17:40:46.909" v="1970" actId="1076"/>
          <ac:spMkLst>
            <pc:docMk/>
            <pc:sldMk cId="2914104977" sldId="2594"/>
            <ac:spMk id="4" creationId="{AA3B53D9-859E-A794-CCF2-C547A78502EF}"/>
          </ac:spMkLst>
        </pc:spChg>
        <pc:spChg chg="mod">
          <ac:chgData name="Benjamin Peters" userId="83763c400eb8b5dd" providerId="LiveId" clId="{7AE7A208-551F-4015-BAFA-D67B1C1DCA48}" dt="2026-05-07T17:34:05.373" v="1808" actId="1035"/>
          <ac:spMkLst>
            <pc:docMk/>
            <pc:sldMk cId="2914104977" sldId="2594"/>
            <ac:spMk id="5" creationId="{EA632E79-0AB4-8852-8C6E-87471FA08C5F}"/>
          </ac:spMkLst>
        </pc:spChg>
        <pc:spChg chg="add mod">
          <ac:chgData name="Benjamin Peters" userId="83763c400eb8b5dd" providerId="LiveId" clId="{7AE7A208-551F-4015-BAFA-D67B1C1DCA48}" dt="2026-05-07T17:40:41.547" v="1969"/>
          <ac:spMkLst>
            <pc:docMk/>
            <pc:sldMk cId="2914104977" sldId="2594"/>
            <ac:spMk id="6" creationId="{D47D0743-17FA-B416-EED4-19369CA7069D}"/>
          </ac:spMkLst>
        </pc:spChg>
        <pc:spChg chg="mod">
          <ac:chgData name="Benjamin Peters" userId="83763c400eb8b5dd" providerId="LiveId" clId="{7AE7A208-551F-4015-BAFA-D67B1C1DCA48}" dt="2026-05-07T17:34:25.171" v="1860" actId="1036"/>
          <ac:spMkLst>
            <pc:docMk/>
            <pc:sldMk cId="2914104977" sldId="2594"/>
            <ac:spMk id="10" creationId="{7D448865-2798-874F-3286-556770A4035C}"/>
          </ac:spMkLst>
        </pc:spChg>
        <pc:spChg chg="mod">
          <ac:chgData name="Benjamin Peters" userId="83763c400eb8b5dd" providerId="LiveId" clId="{7AE7A208-551F-4015-BAFA-D67B1C1DCA48}" dt="2026-05-07T17:34:37.731" v="1956" actId="1035"/>
          <ac:spMkLst>
            <pc:docMk/>
            <pc:sldMk cId="2914104977" sldId="2594"/>
            <ac:spMk id="12" creationId="{89A7AC1E-272C-E2DB-CDBC-CA7CF0536427}"/>
          </ac:spMkLst>
        </pc:spChg>
        <pc:spChg chg="mod">
          <ac:chgData name="Benjamin Peters" userId="83763c400eb8b5dd" providerId="LiveId" clId="{7AE7A208-551F-4015-BAFA-D67B1C1DCA48}" dt="2026-05-07T17:34:21.040" v="1856" actId="1035"/>
          <ac:spMkLst>
            <pc:docMk/>
            <pc:sldMk cId="2914104977" sldId="2594"/>
            <ac:spMk id="13" creationId="{D5C3E5DE-83B2-3764-1121-0FE63BF8C1F9}"/>
          </ac:spMkLst>
        </pc:spChg>
        <pc:spChg chg="add mod">
          <ac:chgData name="Benjamin Peters" userId="83763c400eb8b5dd" providerId="LiveId" clId="{7AE7A208-551F-4015-BAFA-D67B1C1DCA48}" dt="2026-05-07T17:40:49.525" v="1971"/>
          <ac:spMkLst>
            <pc:docMk/>
            <pc:sldMk cId="2914104977" sldId="2594"/>
            <ac:spMk id="14" creationId="{7252D85B-09C3-1AE9-8C50-23540B8E12C0}"/>
          </ac:spMkLst>
        </pc:spChg>
        <pc:graphicFrameChg chg="modGraphic">
          <ac:chgData name="Benjamin Peters" userId="83763c400eb8b5dd" providerId="LiveId" clId="{7AE7A208-551F-4015-BAFA-D67B1C1DCA48}" dt="2026-05-07T17:33:59.932" v="1785" actId="2165"/>
          <ac:graphicFrameMkLst>
            <pc:docMk/>
            <pc:sldMk cId="2914104977" sldId="2594"/>
            <ac:graphicFrameMk id="9" creationId="{04ED12A9-B148-1464-EB9B-6C9CFABB1602}"/>
          </ac:graphicFrameMkLst>
        </pc:graphicFrameChg>
      </pc:sldChg>
      <pc:sldChg chg="modSp new del mod">
        <pc:chgData name="Benjamin Peters" userId="83763c400eb8b5dd" providerId="LiveId" clId="{7AE7A208-551F-4015-BAFA-D67B1C1DCA48}" dt="2026-05-06T20:16:11.540" v="68" actId="47"/>
        <pc:sldMkLst>
          <pc:docMk/>
          <pc:sldMk cId="569303277" sldId="2595"/>
        </pc:sldMkLst>
        <pc:spChg chg="mod">
          <ac:chgData name="Benjamin Peters" userId="83763c400eb8b5dd" providerId="LiveId" clId="{7AE7A208-551F-4015-BAFA-D67B1C1DCA48}" dt="2026-05-06T20:16:05.735" v="66" actId="20577"/>
          <ac:spMkLst>
            <pc:docMk/>
            <pc:sldMk cId="569303277" sldId="2595"/>
            <ac:spMk id="2" creationId="{58C5A5E4-9708-8628-56CF-3731702F094F}"/>
          </ac:spMkLst>
        </pc:spChg>
      </pc:sldChg>
      <pc:sldChg chg="new del">
        <pc:chgData name="Benjamin Peters" userId="83763c400eb8b5dd" providerId="LiveId" clId="{7AE7A208-551F-4015-BAFA-D67B1C1DCA48}" dt="2026-05-07T17:29:43.279" v="1779" actId="47"/>
        <pc:sldMkLst>
          <pc:docMk/>
          <pc:sldMk cId="4199418786" sldId="2596"/>
        </pc:sldMkLst>
      </pc:sldChg>
      <pc:sldChg chg="delSp modSp add del mod">
        <pc:chgData name="Benjamin Peters" userId="83763c400eb8b5dd" providerId="LiveId" clId="{7AE7A208-551F-4015-BAFA-D67B1C1DCA48}" dt="2026-05-07T17:01:37.336" v="757" actId="47"/>
        <pc:sldMkLst>
          <pc:docMk/>
          <pc:sldMk cId="1875214852" sldId="2597"/>
        </pc:sldMkLst>
        <pc:spChg chg="mod">
          <ac:chgData name="Benjamin Peters" userId="83763c400eb8b5dd" providerId="LiveId" clId="{7AE7A208-551F-4015-BAFA-D67B1C1DCA48}" dt="2026-05-06T20:15:44.317" v="52" actId="20577"/>
          <ac:spMkLst>
            <pc:docMk/>
            <pc:sldMk cId="1875214852" sldId="2597"/>
            <ac:spMk id="8" creationId="{044EF843-822C-59A3-4CD0-A0CA76782C85}"/>
          </ac:spMkLst>
        </pc:spChg>
        <pc:graphicFrameChg chg="del">
          <ac:chgData name="Benjamin Peters" userId="83763c400eb8b5dd" providerId="LiveId" clId="{7AE7A208-551F-4015-BAFA-D67B1C1DCA48}" dt="2026-05-06T20:15:55.090" v="53" actId="478"/>
          <ac:graphicFrameMkLst>
            <pc:docMk/>
            <pc:sldMk cId="1875214852" sldId="2597"/>
            <ac:graphicFrameMk id="13" creationId="{F6259E11-543C-B72D-266C-0BAACAEB9367}"/>
          </ac:graphicFrameMkLst>
        </pc:graphicFrameChg>
      </pc:sldChg>
      <pc:sldChg chg="add del">
        <pc:chgData name="Benjamin Peters" userId="83763c400eb8b5dd" providerId="LiveId" clId="{7AE7A208-551F-4015-BAFA-D67B1C1DCA48}" dt="2026-05-07T17:17:59.509" v="1750" actId="47"/>
        <pc:sldMkLst>
          <pc:docMk/>
          <pc:sldMk cId="2507201614" sldId="2598"/>
        </pc:sldMkLst>
      </pc:sldChg>
      <pc:sldChg chg="modSp add mod">
        <pc:chgData name="Benjamin Peters" userId="83763c400eb8b5dd" providerId="LiveId" clId="{7AE7A208-551F-4015-BAFA-D67B1C1DCA48}" dt="2026-05-06T20:25:55.603" v="71" actId="14100"/>
        <pc:sldMkLst>
          <pc:docMk/>
          <pc:sldMk cId="1806265299" sldId="2599"/>
        </pc:sldMkLst>
        <pc:spChg chg="mod">
          <ac:chgData name="Benjamin Peters" userId="83763c400eb8b5dd" providerId="LiveId" clId="{7AE7A208-551F-4015-BAFA-D67B1C1DCA48}" dt="2026-05-06T20:25:55.603" v="71" actId="14100"/>
          <ac:spMkLst>
            <pc:docMk/>
            <pc:sldMk cId="1806265299" sldId="2599"/>
            <ac:spMk id="2" creationId="{4A97A2BA-C213-3FB4-10F5-522EC8952C46}"/>
          </ac:spMkLst>
        </pc:spChg>
      </pc:sldChg>
      <pc:sldChg chg="modSp add mod">
        <pc:chgData name="Benjamin Peters" userId="83763c400eb8b5dd" providerId="LiveId" clId="{7AE7A208-551F-4015-BAFA-D67B1C1DCA48}" dt="2026-05-06T20:26:11.765" v="74" actId="14100"/>
        <pc:sldMkLst>
          <pc:docMk/>
          <pc:sldMk cId="967157340" sldId="2600"/>
        </pc:sldMkLst>
        <pc:spChg chg="mod">
          <ac:chgData name="Benjamin Peters" userId="83763c400eb8b5dd" providerId="LiveId" clId="{7AE7A208-551F-4015-BAFA-D67B1C1DCA48}" dt="2026-05-06T20:26:11.765" v="74" actId="14100"/>
          <ac:spMkLst>
            <pc:docMk/>
            <pc:sldMk cId="967157340" sldId="2600"/>
            <ac:spMk id="2" creationId="{DEADE219-83FB-7117-F27C-1193CB3F8F6F}"/>
          </ac:spMkLst>
        </pc:spChg>
      </pc:sldChg>
      <pc:sldChg chg="addSp modSp new del mod">
        <pc:chgData name="Benjamin Peters" userId="83763c400eb8b5dd" providerId="LiveId" clId="{7AE7A208-551F-4015-BAFA-D67B1C1DCA48}" dt="2026-05-07T17:42:52.666" v="1980" actId="47"/>
        <pc:sldMkLst>
          <pc:docMk/>
          <pc:sldMk cId="316929535" sldId="2601"/>
        </pc:sldMkLst>
        <pc:spChg chg="mod">
          <ac:chgData name="Benjamin Peters" userId="83763c400eb8b5dd" providerId="LiveId" clId="{7AE7A208-551F-4015-BAFA-D67B1C1DCA48}" dt="2026-05-06T21:40:32.881" v="90" actId="20577"/>
          <ac:spMkLst>
            <pc:docMk/>
            <pc:sldMk cId="316929535" sldId="2601"/>
            <ac:spMk id="2" creationId="{EA298523-A886-B5F7-BFF6-DC079417D457}"/>
          </ac:spMkLst>
        </pc:spChg>
        <pc:picChg chg="add mod">
          <ac:chgData name="Benjamin Peters" userId="83763c400eb8b5dd" providerId="LiveId" clId="{7AE7A208-551F-4015-BAFA-D67B1C1DCA48}" dt="2026-05-06T20:34:12.675" v="78" actId="1076"/>
          <ac:picMkLst>
            <pc:docMk/>
            <pc:sldMk cId="316929535" sldId="2601"/>
            <ac:picMk id="9" creationId="{49182E1E-BA3F-33C6-3133-F4CBE912C6ED}"/>
          </ac:picMkLst>
        </pc:picChg>
      </pc:sldChg>
      <pc:sldChg chg="addSp delSp modSp new mod">
        <pc:chgData name="Benjamin Peters" userId="83763c400eb8b5dd" providerId="LiveId" clId="{7AE7A208-551F-4015-BAFA-D67B1C1DCA48}" dt="2026-05-07T21:43:18.268" v="6272" actId="20577"/>
        <pc:sldMkLst>
          <pc:docMk/>
          <pc:sldMk cId="2842021116" sldId="2602"/>
        </pc:sldMkLst>
        <pc:spChg chg="del mod">
          <ac:chgData name="Benjamin Peters" userId="83763c400eb8b5dd" providerId="LiveId" clId="{7AE7A208-551F-4015-BAFA-D67B1C1DCA48}" dt="2026-05-07T20:07:25.890" v="3822" actId="478"/>
          <ac:spMkLst>
            <pc:docMk/>
            <pc:sldMk cId="2842021116" sldId="2602"/>
            <ac:spMk id="2" creationId="{724EE5AC-252C-A761-88D5-8ACD9EE62F9B}"/>
          </ac:spMkLst>
        </pc:spChg>
        <pc:spChg chg="mod">
          <ac:chgData name="Benjamin Peters" userId="83763c400eb8b5dd" providerId="LiveId" clId="{7AE7A208-551F-4015-BAFA-D67B1C1DCA48}" dt="2026-05-07T21:43:18.268" v="6272" actId="20577"/>
          <ac:spMkLst>
            <pc:docMk/>
            <pc:sldMk cId="2842021116" sldId="2602"/>
            <ac:spMk id="3" creationId="{0F1AE654-A0DA-FAF5-C4E0-37E07FFE11E6}"/>
          </ac:spMkLst>
        </pc:spChg>
        <pc:spChg chg="del">
          <ac:chgData name="Benjamin Peters" userId="83763c400eb8b5dd" providerId="LiveId" clId="{7AE7A208-551F-4015-BAFA-D67B1C1DCA48}" dt="2026-05-07T20:07:22.222" v="3821" actId="478"/>
          <ac:spMkLst>
            <pc:docMk/>
            <pc:sldMk cId="2842021116" sldId="2602"/>
            <ac:spMk id="4" creationId="{D97A049D-6D56-A54E-9358-F57709AA14E2}"/>
          </ac:spMkLst>
        </pc:spChg>
        <pc:spChg chg="del">
          <ac:chgData name="Benjamin Peters" userId="83763c400eb8b5dd" providerId="LiveId" clId="{7AE7A208-551F-4015-BAFA-D67B1C1DCA48}" dt="2026-05-07T20:09:53.170" v="3986" actId="478"/>
          <ac:spMkLst>
            <pc:docMk/>
            <pc:sldMk cId="2842021116" sldId="2602"/>
            <ac:spMk id="5" creationId="{55FA0B0B-C9FF-B9B3-689D-1A7CE86E473B}"/>
          </ac:spMkLst>
        </pc:spChg>
        <pc:spChg chg="del">
          <ac:chgData name="Benjamin Peters" userId="83763c400eb8b5dd" providerId="LiveId" clId="{7AE7A208-551F-4015-BAFA-D67B1C1DCA48}" dt="2026-05-07T21:23:42.007" v="5691" actId="478"/>
          <ac:spMkLst>
            <pc:docMk/>
            <pc:sldMk cId="2842021116" sldId="2602"/>
            <ac:spMk id="6" creationId="{C9CC460A-4F57-8CD0-445F-7673D2A70BE0}"/>
          </ac:spMkLst>
        </pc:spChg>
        <pc:spChg chg="add mod">
          <ac:chgData name="Benjamin Peters" userId="83763c400eb8b5dd" providerId="LiveId" clId="{7AE7A208-551F-4015-BAFA-D67B1C1DCA48}" dt="2026-05-07T20:06:09.313" v="3750" actId="1076"/>
          <ac:spMkLst>
            <pc:docMk/>
            <pc:sldMk cId="2842021116" sldId="2602"/>
            <ac:spMk id="8" creationId="{BF51B4C8-3F60-D311-6D04-4A1DAE9A1CAB}"/>
          </ac:spMkLst>
        </pc:spChg>
        <pc:spChg chg="add mod">
          <ac:chgData name="Benjamin Peters" userId="83763c400eb8b5dd" providerId="LiveId" clId="{7AE7A208-551F-4015-BAFA-D67B1C1DCA48}" dt="2026-05-07T20:11:18.913" v="3993" actId="1076"/>
          <ac:spMkLst>
            <pc:docMk/>
            <pc:sldMk cId="2842021116" sldId="2602"/>
            <ac:spMk id="11" creationId="{BB648CFE-9C8C-55AD-F0A1-304787275A75}"/>
          </ac:spMkLst>
        </pc:spChg>
        <pc:spChg chg="add del mod">
          <ac:chgData name="Benjamin Peters" userId="83763c400eb8b5dd" providerId="LiveId" clId="{7AE7A208-551F-4015-BAFA-D67B1C1DCA48}" dt="2026-05-07T20:07:28.435" v="3823" actId="478"/>
          <ac:spMkLst>
            <pc:docMk/>
            <pc:sldMk cId="2842021116" sldId="2602"/>
            <ac:spMk id="13" creationId="{31D9B298-EAD6-6909-9519-405C1C2FCE0D}"/>
          </ac:spMkLst>
        </pc:spChg>
        <pc:graphicFrameChg chg="add mod">
          <ac:chgData name="Benjamin Peters" userId="83763c400eb8b5dd" providerId="LiveId" clId="{7AE7A208-551F-4015-BAFA-D67B1C1DCA48}" dt="2026-05-07T20:11:25.328" v="3995" actId="1076"/>
          <ac:graphicFrameMkLst>
            <pc:docMk/>
            <pc:sldMk cId="2842021116" sldId="2602"/>
            <ac:graphicFrameMk id="14" creationId="{438B9D27-A189-FEB5-1DF7-83C8664120E8}"/>
          </ac:graphicFrameMkLst>
        </pc:graphicFrameChg>
        <pc:picChg chg="add mod">
          <ac:chgData name="Benjamin Peters" userId="83763c400eb8b5dd" providerId="LiveId" clId="{7AE7A208-551F-4015-BAFA-D67B1C1DCA48}" dt="2026-05-07T20:11:18.913" v="3993" actId="1076"/>
          <ac:picMkLst>
            <pc:docMk/>
            <pc:sldMk cId="2842021116" sldId="2602"/>
            <ac:picMk id="10" creationId="{6689E785-2982-BE52-A06C-E56F294E4CB5}"/>
          </ac:picMkLst>
        </pc:picChg>
      </pc:sldChg>
      <pc:sldChg chg="addSp modSp new del mod">
        <pc:chgData name="Benjamin Peters" userId="83763c400eb8b5dd" providerId="LiveId" clId="{7AE7A208-551F-4015-BAFA-D67B1C1DCA48}" dt="2026-05-07T19:57:55.192" v="3685" actId="47"/>
        <pc:sldMkLst>
          <pc:docMk/>
          <pc:sldMk cId="1228477942" sldId="2603"/>
        </pc:sldMkLst>
        <pc:spChg chg="mod">
          <ac:chgData name="Benjamin Peters" userId="83763c400eb8b5dd" providerId="LiveId" clId="{7AE7A208-551F-4015-BAFA-D67B1C1DCA48}" dt="2026-05-06T23:04:30.888" v="128" actId="20577"/>
          <ac:spMkLst>
            <pc:docMk/>
            <pc:sldMk cId="1228477942" sldId="2603"/>
            <ac:spMk id="2" creationId="{F657467A-A1DC-F697-4C52-62F5737F2176}"/>
          </ac:spMkLst>
        </pc:spChg>
        <pc:spChg chg="add mod">
          <ac:chgData name="Benjamin Peters" userId="83763c400eb8b5dd" providerId="LiveId" clId="{7AE7A208-551F-4015-BAFA-D67B1C1DCA48}" dt="2026-05-07T19:57:34.044" v="3660"/>
          <ac:spMkLst>
            <pc:docMk/>
            <pc:sldMk cId="1228477942" sldId="2603"/>
            <ac:spMk id="8" creationId="{5D1BCB68-1795-D725-43FB-3B47355EB2EC}"/>
          </ac:spMkLst>
        </pc:spChg>
      </pc:sldChg>
      <pc:sldChg chg="addSp delSp modSp new mod">
        <pc:chgData name="Benjamin Peters" userId="83763c400eb8b5dd" providerId="LiveId" clId="{7AE7A208-551F-4015-BAFA-D67B1C1DCA48}" dt="2026-05-07T21:42:57.066" v="6239" actId="20577"/>
        <pc:sldMkLst>
          <pc:docMk/>
          <pc:sldMk cId="3369084950" sldId="2604"/>
        </pc:sldMkLst>
        <pc:spChg chg="del mod">
          <ac:chgData name="Benjamin Peters" userId="83763c400eb8b5dd" providerId="LiveId" clId="{7AE7A208-551F-4015-BAFA-D67B1C1DCA48}" dt="2026-05-07T19:57:37.524" v="3662" actId="478"/>
          <ac:spMkLst>
            <pc:docMk/>
            <pc:sldMk cId="3369084950" sldId="2604"/>
            <ac:spMk id="2" creationId="{A95E8E51-A124-5B0C-8429-29CA69FB77F8}"/>
          </ac:spMkLst>
        </pc:spChg>
        <pc:spChg chg="mod">
          <ac:chgData name="Benjamin Peters" userId="83763c400eb8b5dd" providerId="LiveId" clId="{7AE7A208-551F-4015-BAFA-D67B1C1DCA48}" dt="2026-05-07T21:42:57.066" v="6239" actId="20577"/>
          <ac:spMkLst>
            <pc:docMk/>
            <pc:sldMk cId="3369084950" sldId="2604"/>
            <ac:spMk id="3" creationId="{F9818A70-80C1-6FDB-E00C-604C3B8A6FE1}"/>
          </ac:spMkLst>
        </pc:spChg>
        <pc:spChg chg="del">
          <ac:chgData name="Benjamin Peters" userId="83763c400eb8b5dd" providerId="LiveId" clId="{7AE7A208-551F-4015-BAFA-D67B1C1DCA48}" dt="2026-05-07T20:26:26.685" v="4813" actId="478"/>
          <ac:spMkLst>
            <pc:docMk/>
            <pc:sldMk cId="3369084950" sldId="2604"/>
            <ac:spMk id="4" creationId="{3001BBB4-97F5-799B-66E6-131D06E03780}"/>
          </ac:spMkLst>
        </pc:spChg>
        <pc:spChg chg="del">
          <ac:chgData name="Benjamin Peters" userId="83763c400eb8b5dd" providerId="LiveId" clId="{7AE7A208-551F-4015-BAFA-D67B1C1DCA48}" dt="2026-05-07T20:23:47.946" v="4490" actId="478"/>
          <ac:spMkLst>
            <pc:docMk/>
            <pc:sldMk cId="3369084950" sldId="2604"/>
            <ac:spMk id="5" creationId="{27092677-846D-B72F-C8D4-00FE3B6F7B65}"/>
          </ac:spMkLst>
        </pc:spChg>
        <pc:spChg chg="del">
          <ac:chgData name="Benjamin Peters" userId="83763c400eb8b5dd" providerId="LiveId" clId="{7AE7A208-551F-4015-BAFA-D67B1C1DCA48}" dt="2026-05-07T20:02:03.185" v="3696" actId="478"/>
          <ac:spMkLst>
            <pc:docMk/>
            <pc:sldMk cId="3369084950" sldId="2604"/>
            <ac:spMk id="6" creationId="{F18D72BA-FA79-C7A6-ED73-D902FCC1BA5C}"/>
          </ac:spMkLst>
        </pc:spChg>
        <pc:spChg chg="add mod">
          <ac:chgData name="Benjamin Peters" userId="83763c400eb8b5dd" providerId="LiveId" clId="{7AE7A208-551F-4015-BAFA-D67B1C1DCA48}" dt="2026-05-07T19:57:46.993" v="3684" actId="20577"/>
          <ac:spMkLst>
            <pc:docMk/>
            <pc:sldMk cId="3369084950" sldId="2604"/>
            <ac:spMk id="8" creationId="{0E0E45CA-000D-C064-5EDF-586FB7942ACE}"/>
          </ac:spMkLst>
        </pc:spChg>
        <pc:spChg chg="add del mod">
          <ac:chgData name="Benjamin Peters" userId="83763c400eb8b5dd" providerId="LiveId" clId="{7AE7A208-551F-4015-BAFA-D67B1C1DCA48}" dt="2026-05-07T19:57:39.384" v="3663" actId="478"/>
          <ac:spMkLst>
            <pc:docMk/>
            <pc:sldMk cId="3369084950" sldId="2604"/>
            <ac:spMk id="10" creationId="{8650E479-9780-E0B4-6EA6-9EC9A8278A31}"/>
          </ac:spMkLst>
        </pc:spChg>
        <pc:spChg chg="add mod">
          <ac:chgData name="Benjamin Peters" userId="83763c400eb8b5dd" providerId="LiveId" clId="{7AE7A208-551F-4015-BAFA-D67B1C1DCA48}" dt="2026-05-07T20:28:47.059" v="4863" actId="20577"/>
          <ac:spMkLst>
            <pc:docMk/>
            <pc:sldMk cId="3369084950" sldId="2604"/>
            <ac:spMk id="16" creationId="{EFEC2A70-900B-D9A1-74DB-FCFCDE728F20}"/>
          </ac:spMkLst>
        </pc:spChg>
        <pc:graphicFrameChg chg="add mod modGraphic">
          <ac:chgData name="Benjamin Peters" userId="83763c400eb8b5dd" providerId="LiveId" clId="{7AE7A208-551F-4015-BAFA-D67B1C1DCA48}" dt="2026-05-07T20:28:05.891" v="4822" actId="1076"/>
          <ac:graphicFrameMkLst>
            <pc:docMk/>
            <pc:sldMk cId="3369084950" sldId="2604"/>
            <ac:graphicFrameMk id="13" creationId="{F2F898D8-1A50-D38E-AF1D-CC041DF09CC3}"/>
          </ac:graphicFrameMkLst>
        </pc:graphicFrameChg>
        <pc:picChg chg="add mod">
          <ac:chgData name="Benjamin Peters" userId="83763c400eb8b5dd" providerId="LiveId" clId="{7AE7A208-551F-4015-BAFA-D67B1C1DCA48}" dt="2026-05-07T20:28:11.518" v="4824" actId="1076"/>
          <ac:picMkLst>
            <pc:docMk/>
            <pc:sldMk cId="3369084950" sldId="2604"/>
            <ac:picMk id="12" creationId="{364644CA-4945-7D7F-D3C0-2F5508F1CB67}"/>
          </ac:picMkLst>
        </pc:picChg>
        <pc:picChg chg="add mod">
          <ac:chgData name="Benjamin Peters" userId="83763c400eb8b5dd" providerId="LiveId" clId="{7AE7A208-551F-4015-BAFA-D67B1C1DCA48}" dt="2026-05-07T20:28:18.409" v="4827" actId="1076"/>
          <ac:picMkLst>
            <pc:docMk/>
            <pc:sldMk cId="3369084950" sldId="2604"/>
            <ac:picMk id="15" creationId="{D9D1CC38-B47A-1688-3610-77BA77835949}"/>
          </ac:picMkLst>
        </pc:picChg>
      </pc:sldChg>
      <pc:sldChg chg="addSp delSp modSp new mod">
        <pc:chgData name="Benjamin Peters" userId="83763c400eb8b5dd" providerId="LiveId" clId="{7AE7A208-551F-4015-BAFA-D67B1C1DCA48}" dt="2026-05-07T21:41:10.709" v="6083" actId="20577"/>
        <pc:sldMkLst>
          <pc:docMk/>
          <pc:sldMk cId="3240256390" sldId="2605"/>
        </pc:sldMkLst>
        <pc:spChg chg="del mod">
          <ac:chgData name="Benjamin Peters" userId="83763c400eb8b5dd" providerId="LiveId" clId="{7AE7A208-551F-4015-BAFA-D67B1C1DCA48}" dt="2026-05-07T19:57:25.368" v="3657" actId="478"/>
          <ac:spMkLst>
            <pc:docMk/>
            <pc:sldMk cId="3240256390" sldId="2605"/>
            <ac:spMk id="2" creationId="{52210F9B-0024-25C4-36E2-CA643374F47E}"/>
          </ac:spMkLst>
        </pc:spChg>
        <pc:spChg chg="mod">
          <ac:chgData name="Benjamin Peters" userId="83763c400eb8b5dd" providerId="LiveId" clId="{7AE7A208-551F-4015-BAFA-D67B1C1DCA48}" dt="2026-05-07T21:41:10.709" v="6083" actId="20577"/>
          <ac:spMkLst>
            <pc:docMk/>
            <pc:sldMk cId="3240256390" sldId="2605"/>
            <ac:spMk id="3" creationId="{F2F2B241-BADF-13BE-9632-FF101D831A10}"/>
          </ac:spMkLst>
        </pc:spChg>
        <pc:spChg chg="del">
          <ac:chgData name="Benjamin Peters" userId="83763c400eb8b5dd" providerId="LiveId" clId="{7AE7A208-551F-4015-BAFA-D67B1C1DCA48}" dt="2026-05-07T20:31:01.348" v="4948"/>
          <ac:spMkLst>
            <pc:docMk/>
            <pc:sldMk cId="3240256390" sldId="2605"/>
            <ac:spMk id="4" creationId="{86AAC376-3D29-AEA2-1385-71EBAC19553B}"/>
          </ac:spMkLst>
        </pc:spChg>
        <pc:spChg chg="del">
          <ac:chgData name="Benjamin Peters" userId="83763c400eb8b5dd" providerId="LiveId" clId="{7AE7A208-551F-4015-BAFA-D67B1C1DCA48}" dt="2026-05-07T19:59:04.890" v="3692" actId="478"/>
          <ac:spMkLst>
            <pc:docMk/>
            <pc:sldMk cId="3240256390" sldId="2605"/>
            <ac:spMk id="5" creationId="{CB2A6475-EB53-B6D4-5EA2-E15C645479F8}"/>
          </ac:spMkLst>
        </pc:spChg>
        <pc:spChg chg="del">
          <ac:chgData name="Benjamin Peters" userId="83763c400eb8b5dd" providerId="LiveId" clId="{7AE7A208-551F-4015-BAFA-D67B1C1DCA48}" dt="2026-05-07T19:58:23.659" v="3691" actId="478"/>
          <ac:spMkLst>
            <pc:docMk/>
            <pc:sldMk cId="3240256390" sldId="2605"/>
            <ac:spMk id="6" creationId="{37454B81-FEBA-409A-BA5F-5B77B3FBB22C}"/>
          </ac:spMkLst>
        </pc:spChg>
        <pc:spChg chg="add mod">
          <ac:chgData name="Benjamin Peters" userId="83763c400eb8b5dd" providerId="LiveId" clId="{7AE7A208-551F-4015-BAFA-D67B1C1DCA48}" dt="2026-05-07T20:06:32.320" v="3757" actId="1076"/>
          <ac:spMkLst>
            <pc:docMk/>
            <pc:sldMk cId="3240256390" sldId="2605"/>
            <ac:spMk id="12" creationId="{D036055D-9F35-B2DE-9EBE-9249D401C307}"/>
          </ac:spMkLst>
        </pc:spChg>
        <pc:spChg chg="add del mod">
          <ac:chgData name="Benjamin Peters" userId="83763c400eb8b5dd" providerId="LiveId" clId="{7AE7A208-551F-4015-BAFA-D67B1C1DCA48}" dt="2026-05-07T19:57:29.007" v="3658" actId="478"/>
          <ac:spMkLst>
            <pc:docMk/>
            <pc:sldMk cId="3240256390" sldId="2605"/>
            <ac:spMk id="14" creationId="{C31495ED-6C03-898D-7C0C-11C2D681D877}"/>
          </ac:spMkLst>
        </pc:spChg>
        <pc:spChg chg="add mod">
          <ac:chgData name="Benjamin Peters" userId="83763c400eb8b5dd" providerId="LiveId" clId="{7AE7A208-551F-4015-BAFA-D67B1C1DCA48}" dt="2026-05-07T20:07:07.849" v="3817" actId="1038"/>
          <ac:spMkLst>
            <pc:docMk/>
            <pc:sldMk cId="3240256390" sldId="2605"/>
            <ac:spMk id="16" creationId="{041AF48A-FADD-A5EA-3748-A9C3CE91E10F}"/>
          </ac:spMkLst>
        </pc:spChg>
        <pc:graphicFrameChg chg="add mod modGraphic">
          <ac:chgData name="Benjamin Peters" userId="83763c400eb8b5dd" providerId="LiveId" clId="{7AE7A208-551F-4015-BAFA-D67B1C1DCA48}" dt="2026-05-07T20:31:13.652" v="4951" actId="1076"/>
          <ac:graphicFrameMkLst>
            <pc:docMk/>
            <pc:sldMk cId="3240256390" sldId="2605"/>
            <ac:graphicFrameMk id="17" creationId="{88A9FE93-515E-0DA1-F5D0-03AF8DD4516B}"/>
          </ac:graphicFrameMkLst>
        </pc:graphicFrameChg>
        <pc:picChg chg="add mod">
          <ac:chgData name="Benjamin Peters" userId="83763c400eb8b5dd" providerId="LiveId" clId="{7AE7A208-551F-4015-BAFA-D67B1C1DCA48}" dt="2026-05-07T19:56:51.849" v="3619" actId="1076"/>
          <ac:picMkLst>
            <pc:docMk/>
            <pc:sldMk cId="3240256390" sldId="2605"/>
            <ac:picMk id="9" creationId="{BEAF6B26-9294-26B5-9405-16B7B490A945}"/>
          </ac:picMkLst>
        </pc:picChg>
        <pc:picChg chg="add del">
          <ac:chgData name="Benjamin Peters" userId="83763c400eb8b5dd" providerId="LiveId" clId="{7AE7A208-551F-4015-BAFA-D67B1C1DCA48}" dt="2026-05-07T19:57:05.762" v="3622" actId="478"/>
          <ac:picMkLst>
            <pc:docMk/>
            <pc:sldMk cId="3240256390" sldId="2605"/>
            <ac:picMk id="11" creationId="{1857427E-0674-A0CA-D182-CDDF6F285FF7}"/>
          </ac:picMkLst>
        </pc:picChg>
        <pc:picChg chg="add mod">
          <ac:chgData name="Benjamin Peters" userId="83763c400eb8b5dd" providerId="LiveId" clId="{7AE7A208-551F-4015-BAFA-D67B1C1DCA48}" dt="2026-05-07T19:58:20.487" v="3690" actId="1076"/>
          <ac:picMkLst>
            <pc:docMk/>
            <pc:sldMk cId="3240256390" sldId="2605"/>
            <ac:picMk id="15" creationId="{321D918C-E043-572B-7076-E8EA04CC82D2}"/>
          </ac:picMkLst>
        </pc:picChg>
      </pc:sldChg>
      <pc:sldChg chg="modSp new del mod">
        <pc:chgData name="Benjamin Peters" userId="83763c400eb8b5dd" providerId="LiveId" clId="{7AE7A208-551F-4015-BAFA-D67B1C1DCA48}" dt="2026-05-07T17:41:52.626" v="1979" actId="47"/>
        <pc:sldMkLst>
          <pc:docMk/>
          <pc:sldMk cId="1542822303" sldId="2606"/>
        </pc:sldMkLst>
        <pc:spChg chg="mod">
          <ac:chgData name="Benjamin Peters" userId="83763c400eb8b5dd" providerId="LiveId" clId="{7AE7A208-551F-4015-BAFA-D67B1C1DCA48}" dt="2026-05-06T23:05:25.560" v="178" actId="20577"/>
          <ac:spMkLst>
            <pc:docMk/>
            <pc:sldMk cId="1542822303" sldId="2606"/>
            <ac:spMk id="2" creationId="{3E8B8310-58EC-9227-A8E3-FF20B3DDCB39}"/>
          </ac:spMkLst>
        </pc:spChg>
      </pc:sldChg>
      <pc:sldChg chg="addSp modSp new del mod">
        <pc:chgData name="Benjamin Peters" userId="83763c400eb8b5dd" providerId="LiveId" clId="{7AE7A208-551F-4015-BAFA-D67B1C1DCA48}" dt="2026-05-07T17:33:21.347" v="1780" actId="47"/>
        <pc:sldMkLst>
          <pc:docMk/>
          <pc:sldMk cId="1934803534" sldId="2607"/>
        </pc:sldMkLst>
        <pc:picChg chg="add mod">
          <ac:chgData name="Benjamin Peters" userId="83763c400eb8b5dd" providerId="LiveId" clId="{7AE7A208-551F-4015-BAFA-D67B1C1DCA48}" dt="2026-05-06T23:42:25.844" v="182" actId="1076"/>
          <ac:picMkLst>
            <pc:docMk/>
            <pc:sldMk cId="1934803534" sldId="2607"/>
            <ac:picMk id="9" creationId="{0589BB1E-825D-D272-6710-05D6DEAF6031}"/>
          </ac:picMkLst>
        </pc:picChg>
      </pc:sldChg>
      <pc:sldChg chg="new del">
        <pc:chgData name="Benjamin Peters" userId="83763c400eb8b5dd" providerId="LiveId" clId="{7AE7A208-551F-4015-BAFA-D67B1C1DCA48}" dt="2026-05-06T23:44:40.994" v="184" actId="47"/>
        <pc:sldMkLst>
          <pc:docMk/>
          <pc:sldMk cId="629389909" sldId="2608"/>
        </pc:sldMkLst>
      </pc:sldChg>
      <pc:sldChg chg="addSp delSp modSp new add del mod">
        <pc:chgData name="Benjamin Peters" userId="83763c400eb8b5dd" providerId="LiveId" clId="{7AE7A208-551F-4015-BAFA-D67B1C1DCA48}" dt="2026-05-07T19:16:12.518" v="2134" actId="47"/>
        <pc:sldMkLst>
          <pc:docMk/>
          <pc:sldMk cId="3895544437" sldId="2608"/>
        </pc:sldMkLst>
        <pc:spChg chg="del mod">
          <ac:chgData name="Benjamin Peters" userId="83763c400eb8b5dd" providerId="LiveId" clId="{7AE7A208-551F-4015-BAFA-D67B1C1DCA48}" dt="2026-05-06T23:45:27.899" v="264" actId="478"/>
          <ac:spMkLst>
            <pc:docMk/>
            <pc:sldMk cId="3895544437" sldId="2608"/>
            <ac:spMk id="2" creationId="{0672A163-F787-2CD4-6A01-F58DA3740869}"/>
          </ac:spMkLst>
        </pc:spChg>
        <pc:spChg chg="add mod">
          <ac:chgData name="Benjamin Peters" userId="83763c400eb8b5dd" providerId="LiveId" clId="{7AE7A208-551F-4015-BAFA-D67B1C1DCA48}" dt="2026-05-07T17:33:37.271" v="1784" actId="20577"/>
          <ac:spMkLst>
            <pc:docMk/>
            <pc:sldMk cId="3895544437" sldId="2608"/>
            <ac:spMk id="8" creationId="{4B56CCBF-67AE-8FAC-FAC9-E5D8FD02CACD}"/>
          </ac:spMkLst>
        </pc:spChg>
        <pc:spChg chg="add del mod">
          <ac:chgData name="Benjamin Peters" userId="83763c400eb8b5dd" providerId="LiveId" clId="{7AE7A208-551F-4015-BAFA-D67B1C1DCA48}" dt="2026-05-06T23:45:31.480" v="265" actId="478"/>
          <ac:spMkLst>
            <pc:docMk/>
            <pc:sldMk cId="3895544437" sldId="2608"/>
            <ac:spMk id="10" creationId="{303E5248-92D6-DD1A-F1C7-3A81EA377F72}"/>
          </ac:spMkLst>
        </pc:spChg>
      </pc:sldChg>
      <pc:sldChg chg="addSp delSp modSp new del mod">
        <pc:chgData name="Benjamin Peters" userId="83763c400eb8b5dd" providerId="LiveId" clId="{7AE7A208-551F-4015-BAFA-D67B1C1DCA48}" dt="2026-05-07T19:16:14.338" v="2135" actId="47"/>
        <pc:sldMkLst>
          <pc:docMk/>
          <pc:sldMk cId="2180219110" sldId="2609"/>
        </pc:sldMkLst>
        <pc:spChg chg="del mod">
          <ac:chgData name="Benjamin Peters" userId="83763c400eb8b5dd" providerId="LiveId" clId="{7AE7A208-551F-4015-BAFA-D67B1C1DCA48}" dt="2026-05-06T23:46:03.909" v="303" actId="478"/>
          <ac:spMkLst>
            <pc:docMk/>
            <pc:sldMk cId="2180219110" sldId="2609"/>
            <ac:spMk id="2" creationId="{077A209B-CD53-3B7A-63FE-372A3450EB3B}"/>
          </ac:spMkLst>
        </pc:spChg>
        <pc:spChg chg="add del mod">
          <ac:chgData name="Benjamin Peters" userId="83763c400eb8b5dd" providerId="LiveId" clId="{7AE7A208-551F-4015-BAFA-D67B1C1DCA48}" dt="2026-05-06T23:46:32.982" v="352" actId="478"/>
          <ac:spMkLst>
            <pc:docMk/>
            <pc:sldMk cId="2180219110" sldId="2609"/>
            <ac:spMk id="9" creationId="{E5707DCB-99E5-1C61-30A4-B362FB87A946}"/>
          </ac:spMkLst>
        </pc:spChg>
        <pc:spChg chg="add mod">
          <ac:chgData name="Benjamin Peters" userId="83763c400eb8b5dd" providerId="LiveId" clId="{7AE7A208-551F-4015-BAFA-D67B1C1DCA48}" dt="2026-05-06T23:46:21.075" v="351" actId="20577"/>
          <ac:spMkLst>
            <pc:docMk/>
            <pc:sldMk cId="2180219110" sldId="2609"/>
            <ac:spMk id="10" creationId="{179289C9-060A-007E-4C20-70895B0D3598}"/>
          </ac:spMkLst>
        </pc:spChg>
      </pc:sldChg>
      <pc:sldChg chg="addSp modSp new del mod ord">
        <pc:chgData name="Benjamin Peters" userId="83763c400eb8b5dd" providerId="LiveId" clId="{7AE7A208-551F-4015-BAFA-D67B1C1DCA48}" dt="2026-05-07T19:55:03.457" v="3614" actId="47"/>
        <pc:sldMkLst>
          <pc:docMk/>
          <pc:sldMk cId="3868886720" sldId="2610"/>
        </pc:sldMkLst>
        <pc:picChg chg="add mod">
          <ac:chgData name="Benjamin Peters" userId="83763c400eb8b5dd" providerId="LiveId" clId="{7AE7A208-551F-4015-BAFA-D67B1C1DCA48}" dt="2026-05-07T00:26:35.390" v="358" actId="1076"/>
          <ac:picMkLst>
            <pc:docMk/>
            <pc:sldMk cId="3868886720" sldId="2610"/>
            <ac:picMk id="9" creationId="{4C613E7F-3DE1-23AF-AF46-EC2EDB8C138F}"/>
          </ac:picMkLst>
        </pc:picChg>
      </pc:sldChg>
      <pc:sldChg chg="delSp modSp add mod">
        <pc:chgData name="Benjamin Peters" userId="83763c400eb8b5dd" providerId="LiveId" clId="{7AE7A208-551F-4015-BAFA-D67B1C1DCA48}" dt="2026-05-07T19:46:08.062" v="3304" actId="20577"/>
        <pc:sldMkLst>
          <pc:docMk/>
          <pc:sldMk cId="2622398100" sldId="2611"/>
        </pc:sldMkLst>
        <pc:spChg chg="del">
          <ac:chgData name="Benjamin Peters" userId="83763c400eb8b5dd" providerId="LiveId" clId="{7AE7A208-551F-4015-BAFA-D67B1C1DCA48}" dt="2026-05-07T14:57:37.909" v="366" actId="478"/>
          <ac:spMkLst>
            <pc:docMk/>
            <pc:sldMk cId="2622398100" sldId="2611"/>
            <ac:spMk id="14" creationId="{07B0CAD2-27A1-4BEA-D1AD-23EF8A0462C1}"/>
          </ac:spMkLst>
        </pc:spChg>
        <pc:spChg chg="del">
          <ac:chgData name="Benjamin Peters" userId="83763c400eb8b5dd" providerId="LiveId" clId="{7AE7A208-551F-4015-BAFA-D67B1C1DCA48}" dt="2026-05-07T14:57:39.741" v="367" actId="478"/>
          <ac:spMkLst>
            <pc:docMk/>
            <pc:sldMk cId="2622398100" sldId="2611"/>
            <ac:spMk id="15" creationId="{3930EC25-F62F-7ECB-2CCB-ED4255622A13}"/>
          </ac:spMkLst>
        </pc:spChg>
        <pc:graphicFrameChg chg="mod modGraphic">
          <ac:chgData name="Benjamin Peters" userId="83763c400eb8b5dd" providerId="LiveId" clId="{7AE7A208-551F-4015-BAFA-D67B1C1DCA48}" dt="2026-05-07T19:46:08.062" v="3304" actId="20577"/>
          <ac:graphicFrameMkLst>
            <pc:docMk/>
            <pc:sldMk cId="2622398100" sldId="2611"/>
            <ac:graphicFrameMk id="13" creationId="{0046C9FE-1FB9-E22B-D92E-4266603A08E2}"/>
          </ac:graphicFrameMkLst>
        </pc:graphicFrameChg>
      </pc:sldChg>
      <pc:sldChg chg="new del">
        <pc:chgData name="Benjamin Peters" userId="83763c400eb8b5dd" providerId="LiveId" clId="{7AE7A208-551F-4015-BAFA-D67B1C1DCA48}" dt="2026-05-07T14:57:51.988" v="370" actId="47"/>
        <pc:sldMkLst>
          <pc:docMk/>
          <pc:sldMk cId="834326902" sldId="2612"/>
        </pc:sldMkLst>
      </pc:sldChg>
      <pc:sldChg chg="addSp delSp modSp add mod">
        <pc:chgData name="Benjamin Peters" userId="83763c400eb8b5dd" providerId="LiveId" clId="{7AE7A208-551F-4015-BAFA-D67B1C1DCA48}" dt="2026-05-07T17:11:38.387" v="1486" actId="20577"/>
        <pc:sldMkLst>
          <pc:docMk/>
          <pc:sldMk cId="2964402229" sldId="2613"/>
        </pc:sldMkLst>
        <pc:spChg chg="add del">
          <ac:chgData name="Benjamin Peters" userId="83763c400eb8b5dd" providerId="LiveId" clId="{7AE7A208-551F-4015-BAFA-D67B1C1DCA48}" dt="2026-05-07T16:53:44.902" v="433" actId="478"/>
          <ac:spMkLst>
            <pc:docMk/>
            <pc:sldMk cId="2964402229" sldId="2613"/>
            <ac:spMk id="3" creationId="{3AFFFD9A-CC8C-9C8B-A451-98C358D944E8}"/>
          </ac:spMkLst>
        </pc:spChg>
        <pc:spChg chg="mod">
          <ac:chgData name="Benjamin Peters" userId="83763c400eb8b5dd" providerId="LiveId" clId="{7AE7A208-551F-4015-BAFA-D67B1C1DCA48}" dt="2026-05-07T14:58:48.299" v="431" actId="20577"/>
          <ac:spMkLst>
            <pc:docMk/>
            <pc:sldMk cId="2964402229" sldId="2613"/>
            <ac:spMk id="8" creationId="{F513E389-EB1A-6310-0EF3-56DF6AEBA15C}"/>
          </ac:spMkLst>
        </pc:spChg>
        <pc:spChg chg="add mod">
          <ac:chgData name="Benjamin Peters" userId="83763c400eb8b5dd" providerId="LiveId" clId="{7AE7A208-551F-4015-BAFA-D67B1C1DCA48}" dt="2026-05-07T17:09:07.868" v="1175" actId="1076"/>
          <ac:spMkLst>
            <pc:docMk/>
            <pc:sldMk cId="2964402229" sldId="2613"/>
            <ac:spMk id="10" creationId="{34FCCB0E-744C-B497-6F34-31EF30B94676}"/>
          </ac:spMkLst>
        </pc:spChg>
        <pc:spChg chg="add mod">
          <ac:chgData name="Benjamin Peters" userId="83763c400eb8b5dd" providerId="LiveId" clId="{7AE7A208-551F-4015-BAFA-D67B1C1DCA48}" dt="2026-05-07T17:09:09.051" v="1178" actId="1038"/>
          <ac:spMkLst>
            <pc:docMk/>
            <pc:sldMk cId="2964402229" sldId="2613"/>
            <ac:spMk id="11" creationId="{4FA25B7B-6BAE-9978-C77A-5ABC89F59D11}"/>
          </ac:spMkLst>
        </pc:spChg>
        <pc:spChg chg="add del mod">
          <ac:chgData name="Benjamin Peters" userId="83763c400eb8b5dd" providerId="LiveId" clId="{7AE7A208-551F-4015-BAFA-D67B1C1DCA48}" dt="2026-05-07T17:11:03.238" v="1402" actId="20577"/>
          <ac:spMkLst>
            <pc:docMk/>
            <pc:sldMk cId="2964402229" sldId="2613"/>
            <ac:spMk id="12" creationId="{4741817D-ADC7-4930-F4BE-E57D502F4660}"/>
          </ac:spMkLst>
        </pc:spChg>
        <pc:spChg chg="add del mod">
          <ac:chgData name="Benjamin Peters" userId="83763c400eb8b5dd" providerId="LiveId" clId="{7AE7A208-551F-4015-BAFA-D67B1C1DCA48}" dt="2026-05-07T17:03:21.263" v="839"/>
          <ac:spMkLst>
            <pc:docMk/>
            <pc:sldMk cId="2964402229" sldId="2613"/>
            <ac:spMk id="15" creationId="{C2750B5A-BE04-4202-140F-69CBF4F81FB9}"/>
          </ac:spMkLst>
        </pc:spChg>
        <pc:spChg chg="add mod">
          <ac:chgData name="Benjamin Peters" userId="83763c400eb8b5dd" providerId="LiveId" clId="{7AE7A208-551F-4015-BAFA-D67B1C1DCA48}" dt="2026-05-07T17:09:07.522" v="1174" actId="14100"/>
          <ac:spMkLst>
            <pc:docMk/>
            <pc:sldMk cId="2964402229" sldId="2613"/>
            <ac:spMk id="16" creationId="{B7ECEBBE-7918-FABA-F6C1-6405B0D7B03C}"/>
          </ac:spMkLst>
        </pc:spChg>
        <pc:spChg chg="add mod">
          <ac:chgData name="Benjamin Peters" userId="83763c400eb8b5dd" providerId="LiveId" clId="{7AE7A208-551F-4015-BAFA-D67B1C1DCA48}" dt="2026-05-07T17:09:21.132" v="1203" actId="20577"/>
          <ac:spMkLst>
            <pc:docMk/>
            <pc:sldMk cId="2964402229" sldId="2613"/>
            <ac:spMk id="18" creationId="{B9CCD782-2A1F-E471-C5EE-339AA81E4E3D}"/>
          </ac:spMkLst>
        </pc:spChg>
        <pc:spChg chg="add mod">
          <ac:chgData name="Benjamin Peters" userId="83763c400eb8b5dd" providerId="LiveId" clId="{7AE7A208-551F-4015-BAFA-D67B1C1DCA48}" dt="2026-05-07T17:11:38.387" v="1486" actId="20577"/>
          <ac:spMkLst>
            <pc:docMk/>
            <pc:sldMk cId="2964402229" sldId="2613"/>
            <ac:spMk id="19" creationId="{6F350798-C63B-FF7D-A2BB-9ACB31E1312D}"/>
          </ac:spMkLst>
        </pc:spChg>
        <pc:graphicFrameChg chg="add del mod modGraphic">
          <ac:chgData name="Benjamin Peters" userId="83763c400eb8b5dd" providerId="LiveId" clId="{7AE7A208-551F-4015-BAFA-D67B1C1DCA48}" dt="2026-05-07T16:59:05.589" v="590" actId="478"/>
          <ac:graphicFrameMkLst>
            <pc:docMk/>
            <pc:sldMk cId="2964402229" sldId="2613"/>
            <ac:graphicFrameMk id="4" creationId="{3FDA662A-F423-2941-D3DD-504301DD44FD}"/>
          </ac:graphicFrameMkLst>
        </pc:graphicFrameChg>
        <pc:graphicFrameChg chg="del">
          <ac:chgData name="Benjamin Peters" userId="83763c400eb8b5dd" providerId="LiveId" clId="{7AE7A208-551F-4015-BAFA-D67B1C1DCA48}" dt="2026-05-07T14:58:03.807" v="371" actId="478"/>
          <ac:graphicFrameMkLst>
            <pc:docMk/>
            <pc:sldMk cId="2964402229" sldId="2613"/>
            <ac:graphicFrameMk id="13" creationId="{95B0C9F1-E4A1-9076-7DCC-AED7441EA419}"/>
          </ac:graphicFrameMkLst>
        </pc:graphicFrameChg>
        <pc:graphicFrameChg chg="add mod modGraphic">
          <ac:chgData name="Benjamin Peters" userId="83763c400eb8b5dd" providerId="LiveId" clId="{7AE7A208-551F-4015-BAFA-D67B1C1DCA48}" dt="2026-05-07T17:09:08.231" v="1176" actId="14100"/>
          <ac:graphicFrameMkLst>
            <pc:docMk/>
            <pc:sldMk cId="2964402229" sldId="2613"/>
            <ac:graphicFrameMk id="14" creationId="{DB53A617-EAA2-125D-855D-5F3D24B07780}"/>
          </ac:graphicFrameMkLst>
        </pc:graphicFrameChg>
        <pc:graphicFrameChg chg="add mod modGraphic">
          <ac:chgData name="Benjamin Peters" userId="83763c400eb8b5dd" providerId="LiveId" clId="{7AE7A208-551F-4015-BAFA-D67B1C1DCA48}" dt="2026-05-07T17:09:09.051" v="1178" actId="1038"/>
          <ac:graphicFrameMkLst>
            <pc:docMk/>
            <pc:sldMk cId="2964402229" sldId="2613"/>
            <ac:graphicFrameMk id="17" creationId="{29EB9766-BDD8-23EB-0A35-68435E70D274}"/>
          </ac:graphicFrameMkLst>
        </pc:graphicFrameChg>
        <pc:graphicFrameChg chg="add del mod">
          <ac:chgData name="Benjamin Peters" userId="83763c400eb8b5dd" providerId="LiveId" clId="{7AE7A208-551F-4015-BAFA-D67B1C1DCA48}" dt="2026-05-07T17:11:11.442" v="1405" actId="478"/>
          <ac:graphicFrameMkLst>
            <pc:docMk/>
            <pc:sldMk cId="2964402229" sldId="2613"/>
            <ac:graphicFrameMk id="20" creationId="{A5885FBE-46D9-63CE-23D1-5159A7A0B7F3}"/>
          </ac:graphicFrameMkLst>
        </pc:graphicFrameChg>
        <pc:cxnChg chg="add mod">
          <ac:chgData name="Benjamin Peters" userId="83763c400eb8b5dd" providerId="LiveId" clId="{7AE7A208-551F-4015-BAFA-D67B1C1DCA48}" dt="2026-05-07T17:09:08.610" v="1177" actId="1038"/>
          <ac:cxnSpMkLst>
            <pc:docMk/>
            <pc:sldMk cId="2964402229" sldId="2613"/>
            <ac:cxnSpMk id="6" creationId="{5D5BC576-458C-D34E-79FA-BAD7BE89188A}"/>
          </ac:cxnSpMkLst>
        </pc:cxnChg>
        <pc:cxnChg chg="add del mod">
          <ac:chgData name="Benjamin Peters" userId="83763c400eb8b5dd" providerId="LiveId" clId="{7AE7A208-551F-4015-BAFA-D67B1C1DCA48}" dt="2026-05-07T17:09:10.107" v="1180" actId="478"/>
          <ac:cxnSpMkLst>
            <pc:docMk/>
            <pc:sldMk cId="2964402229" sldId="2613"/>
            <ac:cxnSpMk id="9" creationId="{78239124-D447-55BA-AE62-563D410F9C4D}"/>
          </ac:cxnSpMkLst>
        </pc:cxnChg>
      </pc:sldChg>
      <pc:sldChg chg="addSp delSp modSp new del mod">
        <pc:chgData name="Benjamin Peters" userId="83763c400eb8b5dd" providerId="LiveId" clId="{7AE7A208-551F-4015-BAFA-D67B1C1DCA48}" dt="2026-05-07T17:14:33.509" v="1553" actId="47"/>
        <pc:sldMkLst>
          <pc:docMk/>
          <pc:sldMk cId="113108116" sldId="2614"/>
        </pc:sldMkLst>
        <pc:spChg chg="del">
          <ac:chgData name="Benjamin Peters" userId="83763c400eb8b5dd" providerId="LiveId" clId="{7AE7A208-551F-4015-BAFA-D67B1C1DCA48}" dt="2026-05-07T17:13:10.771" v="1507" actId="478"/>
          <ac:spMkLst>
            <pc:docMk/>
            <pc:sldMk cId="113108116" sldId="2614"/>
            <ac:spMk id="6" creationId="{74E4F2F2-8FA4-9530-E8A2-E2B5E9DFE774}"/>
          </ac:spMkLst>
        </pc:spChg>
        <pc:picChg chg="add mod">
          <ac:chgData name="Benjamin Peters" userId="83763c400eb8b5dd" providerId="LiveId" clId="{7AE7A208-551F-4015-BAFA-D67B1C1DCA48}" dt="2026-05-07T17:13:38.015" v="1510" actId="1076"/>
          <ac:picMkLst>
            <pc:docMk/>
            <pc:sldMk cId="113108116" sldId="2614"/>
            <ac:picMk id="9" creationId="{8008504E-5A98-4BA7-D9C7-AADDBA1C2652}"/>
          </ac:picMkLst>
        </pc:picChg>
      </pc:sldChg>
      <pc:sldChg chg="addSp delSp modSp add mod">
        <pc:chgData name="Benjamin Peters" userId="83763c400eb8b5dd" providerId="LiveId" clId="{7AE7A208-551F-4015-BAFA-D67B1C1DCA48}" dt="2026-05-07T21:30:11.031" v="5886" actId="1035"/>
        <pc:sldMkLst>
          <pc:docMk/>
          <pc:sldMk cId="3069830365" sldId="2615"/>
        </pc:sldMkLst>
        <pc:spChg chg="add mod">
          <ac:chgData name="Benjamin Peters" userId="83763c400eb8b5dd" providerId="LiveId" clId="{7AE7A208-551F-4015-BAFA-D67B1C1DCA48}" dt="2026-05-07T17:22:19.582" v="1777" actId="20577"/>
          <ac:spMkLst>
            <pc:docMk/>
            <pc:sldMk cId="3069830365" sldId="2615"/>
            <ac:spMk id="3" creationId="{151C279A-11F0-86B7-9805-93B8F641355C}"/>
          </ac:spMkLst>
        </pc:spChg>
        <pc:spChg chg="mod">
          <ac:chgData name="Benjamin Peters" userId="83763c400eb8b5dd" providerId="LiveId" clId="{7AE7A208-551F-4015-BAFA-D67B1C1DCA48}" dt="2026-05-07T17:14:25.224" v="1552" actId="20577"/>
          <ac:spMkLst>
            <pc:docMk/>
            <pc:sldMk cId="3069830365" sldId="2615"/>
            <ac:spMk id="8" creationId="{21734965-4F09-D4BC-859B-0626B627906B}"/>
          </ac:spMkLst>
        </pc:spChg>
        <pc:spChg chg="del">
          <ac:chgData name="Benjamin Peters" userId="83763c400eb8b5dd" providerId="LiveId" clId="{7AE7A208-551F-4015-BAFA-D67B1C1DCA48}" dt="2026-05-07T17:13:48.387" v="1512" actId="478"/>
          <ac:spMkLst>
            <pc:docMk/>
            <pc:sldMk cId="3069830365" sldId="2615"/>
            <ac:spMk id="10" creationId="{FD5744C4-774D-6B60-AFD8-4165D9B04807}"/>
          </ac:spMkLst>
        </pc:spChg>
        <pc:spChg chg="del">
          <ac:chgData name="Benjamin Peters" userId="83763c400eb8b5dd" providerId="LiveId" clId="{7AE7A208-551F-4015-BAFA-D67B1C1DCA48}" dt="2026-05-07T17:13:48.387" v="1512" actId="478"/>
          <ac:spMkLst>
            <pc:docMk/>
            <pc:sldMk cId="3069830365" sldId="2615"/>
            <ac:spMk id="11" creationId="{1C622CE0-E3A5-8E3B-1836-F305BB27107B}"/>
          </ac:spMkLst>
        </pc:spChg>
        <pc:spChg chg="del">
          <ac:chgData name="Benjamin Peters" userId="83763c400eb8b5dd" providerId="LiveId" clId="{7AE7A208-551F-4015-BAFA-D67B1C1DCA48}" dt="2026-05-07T17:13:48.387" v="1512" actId="478"/>
          <ac:spMkLst>
            <pc:docMk/>
            <pc:sldMk cId="3069830365" sldId="2615"/>
            <ac:spMk id="12" creationId="{5D30D094-A8B5-A682-4192-17383C134E21}"/>
          </ac:spMkLst>
        </pc:spChg>
        <pc:spChg chg="del">
          <ac:chgData name="Benjamin Peters" userId="83763c400eb8b5dd" providerId="LiveId" clId="{7AE7A208-551F-4015-BAFA-D67B1C1DCA48}" dt="2026-05-07T17:13:48.387" v="1512" actId="478"/>
          <ac:spMkLst>
            <pc:docMk/>
            <pc:sldMk cId="3069830365" sldId="2615"/>
            <ac:spMk id="16" creationId="{B6A77B15-40DE-0EE2-CD6B-939812FB1754}"/>
          </ac:spMkLst>
        </pc:spChg>
        <pc:spChg chg="del">
          <ac:chgData name="Benjamin Peters" userId="83763c400eb8b5dd" providerId="LiveId" clId="{7AE7A208-551F-4015-BAFA-D67B1C1DCA48}" dt="2026-05-07T17:13:48.387" v="1512" actId="478"/>
          <ac:spMkLst>
            <pc:docMk/>
            <pc:sldMk cId="3069830365" sldId="2615"/>
            <ac:spMk id="18" creationId="{F6615FF1-CEDB-5072-E2A8-1C89C5C250BE}"/>
          </ac:spMkLst>
        </pc:spChg>
        <pc:spChg chg="del">
          <ac:chgData name="Benjamin Peters" userId="83763c400eb8b5dd" providerId="LiveId" clId="{7AE7A208-551F-4015-BAFA-D67B1C1DCA48}" dt="2026-05-07T17:13:48.387" v="1512" actId="478"/>
          <ac:spMkLst>
            <pc:docMk/>
            <pc:sldMk cId="3069830365" sldId="2615"/>
            <ac:spMk id="19" creationId="{3B7A438F-6175-9138-70AE-9CECC566624F}"/>
          </ac:spMkLst>
        </pc:spChg>
        <pc:graphicFrameChg chg="del">
          <ac:chgData name="Benjamin Peters" userId="83763c400eb8b5dd" providerId="LiveId" clId="{7AE7A208-551F-4015-BAFA-D67B1C1DCA48}" dt="2026-05-07T17:13:48.387" v="1512" actId="478"/>
          <ac:graphicFrameMkLst>
            <pc:docMk/>
            <pc:sldMk cId="3069830365" sldId="2615"/>
            <ac:graphicFrameMk id="14" creationId="{EB7668FD-0007-D86B-CEA1-600F8F8C693F}"/>
          </ac:graphicFrameMkLst>
        </pc:graphicFrameChg>
        <pc:graphicFrameChg chg="del">
          <ac:chgData name="Benjamin Peters" userId="83763c400eb8b5dd" providerId="LiveId" clId="{7AE7A208-551F-4015-BAFA-D67B1C1DCA48}" dt="2026-05-07T17:13:48.387" v="1512" actId="478"/>
          <ac:graphicFrameMkLst>
            <pc:docMk/>
            <pc:sldMk cId="3069830365" sldId="2615"/>
            <ac:graphicFrameMk id="17" creationId="{31A3BA10-136F-D94D-28CD-5777777A4C2B}"/>
          </ac:graphicFrameMkLst>
        </pc:graphicFrameChg>
        <pc:picChg chg="add mod">
          <ac:chgData name="Benjamin Peters" userId="83763c400eb8b5dd" providerId="LiveId" clId="{7AE7A208-551F-4015-BAFA-D67B1C1DCA48}" dt="2026-05-07T21:30:11.031" v="5886" actId="1035"/>
          <ac:picMkLst>
            <pc:docMk/>
            <pc:sldMk cId="3069830365" sldId="2615"/>
            <ac:picMk id="2" creationId="{BF5F398B-8B60-0E12-E294-837ECDE3E4DC}"/>
          </ac:picMkLst>
        </pc:picChg>
        <pc:cxnChg chg="del">
          <ac:chgData name="Benjamin Peters" userId="83763c400eb8b5dd" providerId="LiveId" clId="{7AE7A208-551F-4015-BAFA-D67B1C1DCA48}" dt="2026-05-07T17:13:50.906" v="1513" actId="478"/>
          <ac:cxnSpMkLst>
            <pc:docMk/>
            <pc:sldMk cId="3069830365" sldId="2615"/>
            <ac:cxnSpMk id="6" creationId="{366FDAD1-214F-3751-8956-44FC64EE9555}"/>
          </ac:cxnSpMkLst>
        </pc:cxnChg>
        <pc:cxnChg chg="del">
          <ac:chgData name="Benjamin Peters" userId="83763c400eb8b5dd" providerId="LiveId" clId="{7AE7A208-551F-4015-BAFA-D67B1C1DCA48}" dt="2026-05-07T17:13:52.167" v="1514" actId="478"/>
          <ac:cxnSpMkLst>
            <pc:docMk/>
            <pc:sldMk cId="3069830365" sldId="2615"/>
            <ac:cxnSpMk id="9" creationId="{66452E73-3ECB-5B8D-D0F8-E35F80751F4F}"/>
          </ac:cxnSpMkLst>
        </pc:cxnChg>
      </pc:sldChg>
      <pc:sldChg chg="delSp modSp add del mod">
        <pc:chgData name="Benjamin Peters" userId="83763c400eb8b5dd" providerId="LiveId" clId="{7AE7A208-551F-4015-BAFA-D67B1C1DCA48}" dt="2026-05-07T19:46:19.555" v="3306" actId="47"/>
        <pc:sldMkLst>
          <pc:docMk/>
          <pc:sldMk cId="538443421" sldId="2616"/>
        </pc:sldMkLst>
        <pc:spChg chg="mod">
          <ac:chgData name="Benjamin Peters" userId="83763c400eb8b5dd" providerId="LiveId" clId="{7AE7A208-551F-4015-BAFA-D67B1C1DCA48}" dt="2026-05-07T17:45:07.679" v="1998" actId="20577"/>
          <ac:spMkLst>
            <pc:docMk/>
            <pc:sldMk cId="538443421" sldId="2616"/>
            <ac:spMk id="2" creationId="{CAD65D83-3E57-3617-03B9-89487D8A677B}"/>
          </ac:spMkLst>
        </pc:spChg>
        <pc:spChg chg="mod">
          <ac:chgData name="Benjamin Peters" userId="83763c400eb8b5dd" providerId="LiveId" clId="{7AE7A208-551F-4015-BAFA-D67B1C1DCA48}" dt="2026-05-07T17:46:33.421" v="2053" actId="20577"/>
          <ac:spMkLst>
            <pc:docMk/>
            <pc:sldMk cId="538443421" sldId="2616"/>
            <ac:spMk id="3" creationId="{1D4B8D29-F61E-C2FB-BF88-0FD64C5BADD3}"/>
          </ac:spMkLst>
        </pc:spChg>
        <pc:picChg chg="del">
          <ac:chgData name="Benjamin Peters" userId="83763c400eb8b5dd" providerId="LiveId" clId="{7AE7A208-551F-4015-BAFA-D67B1C1DCA48}" dt="2026-05-07T17:45:12.443" v="1999" actId="478"/>
          <ac:picMkLst>
            <pc:docMk/>
            <pc:sldMk cId="538443421" sldId="2616"/>
            <ac:picMk id="8" creationId="{5ED77900-5D76-F60E-1D4F-D142E14064C6}"/>
          </ac:picMkLst>
        </pc:picChg>
        <pc:picChg chg="del">
          <ac:chgData name="Benjamin Peters" userId="83763c400eb8b5dd" providerId="LiveId" clId="{7AE7A208-551F-4015-BAFA-D67B1C1DCA48}" dt="2026-05-07T17:45:12.967" v="2000" actId="478"/>
          <ac:picMkLst>
            <pc:docMk/>
            <pc:sldMk cId="538443421" sldId="2616"/>
            <ac:picMk id="19" creationId="{7FD25104-2965-245F-33FF-8A3CE5645FCF}"/>
          </ac:picMkLst>
        </pc:picChg>
      </pc:sldChg>
      <pc:sldChg chg="add del">
        <pc:chgData name="Benjamin Peters" userId="83763c400eb8b5dd" providerId="LiveId" clId="{7AE7A208-551F-4015-BAFA-D67B1C1DCA48}" dt="2026-05-07T17:13:54.500" v="1516"/>
        <pc:sldMkLst>
          <pc:docMk/>
          <pc:sldMk cId="1943553078" sldId="2616"/>
        </pc:sldMkLst>
      </pc:sldChg>
      <pc:sldChg chg="new del">
        <pc:chgData name="Benjamin Peters" userId="83763c400eb8b5dd" providerId="LiveId" clId="{7AE7A208-551F-4015-BAFA-D67B1C1DCA48}" dt="2026-05-07T17:47:41.137" v="2056" actId="47"/>
        <pc:sldMkLst>
          <pc:docMk/>
          <pc:sldMk cId="2635436462" sldId="2617"/>
        </pc:sldMkLst>
      </pc:sldChg>
      <pc:sldChg chg="addSp delSp modSp add mod ord">
        <pc:chgData name="Benjamin Peters" userId="83763c400eb8b5dd" providerId="LiveId" clId="{7AE7A208-551F-4015-BAFA-D67B1C1DCA48}" dt="2026-05-07T22:24:40.788" v="6305" actId="20577"/>
        <pc:sldMkLst>
          <pc:docMk/>
          <pc:sldMk cId="2315917545" sldId="2618"/>
        </pc:sldMkLst>
        <pc:spChg chg="mod">
          <ac:chgData name="Benjamin Peters" userId="83763c400eb8b5dd" providerId="LiveId" clId="{7AE7A208-551F-4015-BAFA-D67B1C1DCA48}" dt="2026-05-07T21:27:18.732" v="5728" actId="20577"/>
          <ac:spMkLst>
            <pc:docMk/>
            <pc:sldMk cId="2315917545" sldId="2618"/>
            <ac:spMk id="2" creationId="{44026C79-4EA3-5A4E-1524-6BDB33E6C86D}"/>
          </ac:spMkLst>
        </pc:spChg>
        <pc:spChg chg="mod">
          <ac:chgData name="Benjamin Peters" userId="83763c400eb8b5dd" providerId="LiveId" clId="{7AE7A208-551F-4015-BAFA-D67B1C1DCA48}" dt="2026-05-07T22:24:40.788" v="6305" actId="20577"/>
          <ac:spMkLst>
            <pc:docMk/>
            <pc:sldMk cId="2315917545" sldId="2618"/>
            <ac:spMk id="3" creationId="{B4E354A1-2E88-108D-810E-570F5A1969BB}"/>
          </ac:spMkLst>
        </pc:spChg>
        <pc:graphicFrameChg chg="add mod modGraphic">
          <ac:chgData name="Benjamin Peters" userId="83763c400eb8b5dd" providerId="LiveId" clId="{7AE7A208-551F-4015-BAFA-D67B1C1DCA48}" dt="2026-05-07T21:14:23.920" v="5652" actId="20577"/>
          <ac:graphicFrameMkLst>
            <pc:docMk/>
            <pc:sldMk cId="2315917545" sldId="2618"/>
            <ac:graphicFrameMk id="4" creationId="{3D0ECFC6-D32F-BC6C-6237-2425ABD74B6F}"/>
          </ac:graphicFrameMkLst>
        </pc:graphicFrameChg>
        <pc:picChg chg="del">
          <ac:chgData name="Benjamin Peters" userId="83763c400eb8b5dd" providerId="LiveId" clId="{7AE7A208-551F-4015-BAFA-D67B1C1DCA48}" dt="2026-05-07T17:49:35.720" v="2087" actId="478"/>
          <ac:picMkLst>
            <pc:docMk/>
            <pc:sldMk cId="2315917545" sldId="2618"/>
            <ac:picMk id="8" creationId="{4766E215-AF2A-A83B-EEF5-319AAF23335B}"/>
          </ac:picMkLst>
        </pc:picChg>
        <pc:picChg chg="del">
          <ac:chgData name="Benjamin Peters" userId="83763c400eb8b5dd" providerId="LiveId" clId="{7AE7A208-551F-4015-BAFA-D67B1C1DCA48}" dt="2026-05-07T17:49:36.246" v="2088" actId="478"/>
          <ac:picMkLst>
            <pc:docMk/>
            <pc:sldMk cId="2315917545" sldId="2618"/>
            <ac:picMk id="19" creationId="{D77591B1-F94B-4478-68B5-582C9EE2CBE6}"/>
          </ac:picMkLst>
        </pc:picChg>
      </pc:sldChg>
      <pc:sldChg chg="modSp new del mod">
        <pc:chgData name="Benjamin Peters" userId="83763c400eb8b5dd" providerId="LiveId" clId="{7AE7A208-551F-4015-BAFA-D67B1C1DCA48}" dt="2026-05-07T19:18:28.514" v="2270" actId="47"/>
        <pc:sldMkLst>
          <pc:docMk/>
          <pc:sldMk cId="2527389089" sldId="2619"/>
        </pc:sldMkLst>
        <pc:spChg chg="mod">
          <ac:chgData name="Benjamin Peters" userId="83763c400eb8b5dd" providerId="LiveId" clId="{7AE7A208-551F-4015-BAFA-D67B1C1DCA48}" dt="2026-05-07T19:18:23.983" v="2268" actId="20577"/>
          <ac:spMkLst>
            <pc:docMk/>
            <pc:sldMk cId="2527389089" sldId="2619"/>
            <ac:spMk id="2" creationId="{B90B282B-10F1-48E4-623E-68021C083065}"/>
          </ac:spMkLst>
        </pc:spChg>
      </pc:sldChg>
      <pc:sldChg chg="addSp delSp modSp add mod">
        <pc:chgData name="Benjamin Peters" userId="83763c400eb8b5dd" providerId="LiveId" clId="{7AE7A208-551F-4015-BAFA-D67B1C1DCA48}" dt="2026-05-07T19:45:35.321" v="3302" actId="14100"/>
        <pc:sldMkLst>
          <pc:docMk/>
          <pc:sldMk cId="1934498171" sldId="2620"/>
        </pc:sldMkLst>
        <pc:spChg chg="mod">
          <ac:chgData name="Benjamin Peters" userId="83763c400eb8b5dd" providerId="LiveId" clId="{7AE7A208-551F-4015-BAFA-D67B1C1DCA48}" dt="2026-05-07T19:18:40.747" v="2301" actId="20577"/>
          <ac:spMkLst>
            <pc:docMk/>
            <pc:sldMk cId="1934498171" sldId="2620"/>
            <ac:spMk id="2" creationId="{7CECBE51-9D4B-DE1C-34F9-B4458C9A12BE}"/>
          </ac:spMkLst>
        </pc:spChg>
        <pc:spChg chg="mod">
          <ac:chgData name="Benjamin Peters" userId="83763c400eb8b5dd" providerId="LiveId" clId="{7AE7A208-551F-4015-BAFA-D67B1C1DCA48}" dt="2026-05-07T19:45:35.321" v="3302" actId="14100"/>
          <ac:spMkLst>
            <pc:docMk/>
            <pc:sldMk cId="1934498171" sldId="2620"/>
            <ac:spMk id="3" creationId="{A2D9BD39-3807-22B0-D883-512A82C3BCAB}"/>
          </ac:spMkLst>
        </pc:spChg>
        <pc:graphicFrameChg chg="add mod modGraphic">
          <ac:chgData name="Benjamin Peters" userId="83763c400eb8b5dd" providerId="LiveId" clId="{7AE7A208-551F-4015-BAFA-D67B1C1DCA48}" dt="2026-05-07T19:40:36.798" v="2995" actId="20577"/>
          <ac:graphicFrameMkLst>
            <pc:docMk/>
            <pc:sldMk cId="1934498171" sldId="2620"/>
            <ac:graphicFrameMk id="4" creationId="{47C8A2CC-8AFA-EF57-5242-34C7684807E5}"/>
          </ac:graphicFrameMkLst>
        </pc:graphicFrameChg>
        <pc:picChg chg="del">
          <ac:chgData name="Benjamin Peters" userId="83763c400eb8b5dd" providerId="LiveId" clId="{7AE7A208-551F-4015-BAFA-D67B1C1DCA48}" dt="2026-05-07T19:18:44.307" v="2302" actId="478"/>
          <ac:picMkLst>
            <pc:docMk/>
            <pc:sldMk cId="1934498171" sldId="2620"/>
            <ac:picMk id="8" creationId="{FB42184C-1EA3-BF22-5C30-B78DB397C336}"/>
          </ac:picMkLst>
        </pc:picChg>
        <pc:picChg chg="del">
          <ac:chgData name="Benjamin Peters" userId="83763c400eb8b5dd" providerId="LiveId" clId="{7AE7A208-551F-4015-BAFA-D67B1C1DCA48}" dt="2026-05-07T19:18:44.912" v="2303" actId="478"/>
          <ac:picMkLst>
            <pc:docMk/>
            <pc:sldMk cId="1934498171" sldId="2620"/>
            <ac:picMk id="19" creationId="{6DD0E505-3F9C-3786-A4E2-B8B2C0E7E10C}"/>
          </ac:picMkLst>
        </pc:picChg>
      </pc:sldChg>
      <pc:sldChg chg="addSp modSp add mod">
        <pc:chgData name="Benjamin Peters" userId="83763c400eb8b5dd" providerId="LiveId" clId="{7AE7A208-551F-4015-BAFA-D67B1C1DCA48}" dt="2026-05-07T21:29:33.787" v="5824" actId="1035"/>
        <pc:sldMkLst>
          <pc:docMk/>
          <pc:sldMk cId="1367155982" sldId="2621"/>
        </pc:sldMkLst>
        <pc:spChg chg="add mod">
          <ac:chgData name="Benjamin Peters" userId="83763c400eb8b5dd" providerId="LiveId" clId="{7AE7A208-551F-4015-BAFA-D67B1C1DCA48}" dt="2026-05-07T21:29:33.787" v="5824" actId="1035"/>
          <ac:spMkLst>
            <pc:docMk/>
            <pc:sldMk cId="1367155982" sldId="2621"/>
            <ac:spMk id="3" creationId="{D282B763-C914-8816-1CC4-560B0364EED7}"/>
          </ac:spMkLst>
        </pc:spChg>
        <pc:spChg chg="mod">
          <ac:chgData name="Benjamin Peters" userId="83763c400eb8b5dd" providerId="LiveId" clId="{7AE7A208-551F-4015-BAFA-D67B1C1DCA48}" dt="2026-05-07T21:28:38.313" v="5762" actId="20577"/>
          <ac:spMkLst>
            <pc:docMk/>
            <pc:sldMk cId="1367155982" sldId="2621"/>
            <ac:spMk id="8" creationId="{142A6962-CCFC-7016-0992-D4434BB5F859}"/>
          </ac:spMkLst>
        </pc:spChg>
        <pc:graphicFrameChg chg="add">
          <ac:chgData name="Benjamin Peters" userId="83763c400eb8b5dd" providerId="LiveId" clId="{7AE7A208-551F-4015-BAFA-D67B1C1DCA48}" dt="2026-05-07T20:11:07.186" v="3990"/>
          <ac:graphicFrameMkLst>
            <pc:docMk/>
            <pc:sldMk cId="1367155982" sldId="2621"/>
            <ac:graphicFrameMk id="2" creationId="{F75BC59B-3E90-3057-6A1D-13BBF822C96F}"/>
          </ac:graphicFrameMkLst>
        </pc:graphicFrameChg>
      </pc:sldChg>
      <pc:sldChg chg="new del">
        <pc:chgData name="Benjamin Peters" userId="83763c400eb8b5dd" providerId="LiveId" clId="{7AE7A208-551F-4015-BAFA-D67B1C1DCA48}" dt="2026-05-07T19:45:43.668" v="3303" actId="47"/>
        <pc:sldMkLst>
          <pc:docMk/>
          <pc:sldMk cId="4228523498" sldId="2621"/>
        </pc:sldMkLst>
      </pc:sldChg>
      <pc:sldChg chg="add del">
        <pc:chgData name="Benjamin Peters" userId="83763c400eb8b5dd" providerId="LiveId" clId="{7AE7A208-551F-4015-BAFA-D67B1C1DCA48}" dt="2026-05-07T19:38:28.333" v="2906" actId="47"/>
        <pc:sldMkLst>
          <pc:docMk/>
          <pc:sldMk cId="2435035967" sldId="2622"/>
        </pc:sldMkLst>
      </pc:sldChg>
      <pc:sldChg chg="add del">
        <pc:chgData name="Benjamin Peters" userId="83763c400eb8b5dd" providerId="LiveId" clId="{7AE7A208-551F-4015-BAFA-D67B1C1DCA48}" dt="2026-05-07T19:56:12.949" v="3615" actId="47"/>
        <pc:sldMkLst>
          <pc:docMk/>
          <pc:sldMk cId="4132397605" sldId="2622"/>
        </pc:sldMkLst>
      </pc:sldChg>
      <pc:sldChg chg="add del">
        <pc:chgData name="Benjamin Peters" userId="83763c400eb8b5dd" providerId="LiveId" clId="{7AE7A208-551F-4015-BAFA-D67B1C1DCA48}" dt="2026-05-07T19:56:19.501" v="3616" actId="47"/>
        <pc:sldMkLst>
          <pc:docMk/>
          <pc:sldMk cId="1502831729" sldId="2623"/>
        </pc:sldMkLst>
      </pc:sldChg>
      <pc:sldChg chg="addSp delSp modSp add mod">
        <pc:chgData name="Benjamin Peters" userId="83763c400eb8b5dd" providerId="LiveId" clId="{7AE7A208-551F-4015-BAFA-D67B1C1DCA48}" dt="2026-05-07T22:29:37.743" v="6363" actId="20577"/>
        <pc:sldMkLst>
          <pc:docMk/>
          <pc:sldMk cId="4024366101" sldId="2624"/>
        </pc:sldMkLst>
        <pc:spChg chg="mod">
          <ac:chgData name="Benjamin Peters" userId="83763c400eb8b5dd" providerId="LiveId" clId="{7AE7A208-551F-4015-BAFA-D67B1C1DCA48}" dt="2026-05-07T21:27:43.035" v="5752" actId="20577"/>
          <ac:spMkLst>
            <pc:docMk/>
            <pc:sldMk cId="4024366101" sldId="2624"/>
            <ac:spMk id="2" creationId="{D0E3B5FE-728D-0532-2F41-05429E555A7B}"/>
          </ac:spMkLst>
        </pc:spChg>
        <pc:spChg chg="del">
          <ac:chgData name="Benjamin Peters" userId="83763c400eb8b5dd" providerId="LiveId" clId="{7AE7A208-551F-4015-BAFA-D67B1C1DCA48}" dt="2026-05-07T19:52:02.494" v="3329" actId="478"/>
          <ac:spMkLst>
            <pc:docMk/>
            <pc:sldMk cId="4024366101" sldId="2624"/>
            <ac:spMk id="3" creationId="{EFAA1BD2-263D-6094-D651-C227E0907E68}"/>
          </ac:spMkLst>
        </pc:spChg>
        <pc:spChg chg="add mod">
          <ac:chgData name="Benjamin Peters" userId="83763c400eb8b5dd" providerId="LiveId" clId="{7AE7A208-551F-4015-BAFA-D67B1C1DCA48}" dt="2026-05-07T22:29:37.743" v="6363" actId="20577"/>
          <ac:spMkLst>
            <pc:docMk/>
            <pc:sldMk cId="4024366101" sldId="2624"/>
            <ac:spMk id="6" creationId="{6A0F6627-C43C-D240-044D-24DA56BDCD5E}"/>
          </ac:spMkLst>
        </pc:spChg>
        <pc:graphicFrameChg chg="del">
          <ac:chgData name="Benjamin Peters" userId="83763c400eb8b5dd" providerId="LiveId" clId="{7AE7A208-551F-4015-BAFA-D67B1C1DCA48}" dt="2026-05-07T19:52:04.496" v="3330" actId="478"/>
          <ac:graphicFrameMkLst>
            <pc:docMk/>
            <pc:sldMk cId="4024366101" sldId="2624"/>
            <ac:graphicFrameMk id="4" creationId="{E567AF51-1D13-3AC3-176D-ED98B9CC8C28}"/>
          </ac:graphicFrameMkLst>
        </pc:graphicFrameChg>
        <pc:picChg chg="add mod">
          <ac:chgData name="Benjamin Peters" userId="83763c400eb8b5dd" providerId="LiveId" clId="{7AE7A208-551F-4015-BAFA-D67B1C1DCA48}" dt="2026-05-07T19:55:00.554" v="3613" actId="1076"/>
          <ac:picMkLst>
            <pc:docMk/>
            <pc:sldMk cId="4024366101" sldId="2624"/>
            <ac:picMk id="8" creationId="{26F21E9E-7640-C686-9A0F-E81C165608DE}"/>
          </ac:picMkLst>
        </pc:picChg>
      </pc:sldChg>
      <pc:sldChg chg="addSp modSp add mod">
        <pc:chgData name="Benjamin Peters" userId="83763c400eb8b5dd" providerId="LiveId" clId="{7AE7A208-551F-4015-BAFA-D67B1C1DCA48}" dt="2026-05-07T21:29:21.325" v="5767" actId="1582"/>
        <pc:sldMkLst>
          <pc:docMk/>
          <pc:sldMk cId="3244640858" sldId="2625"/>
        </pc:sldMkLst>
        <pc:spChg chg="add mod">
          <ac:chgData name="Benjamin Peters" userId="83763c400eb8b5dd" providerId="LiveId" clId="{7AE7A208-551F-4015-BAFA-D67B1C1DCA48}" dt="2026-05-07T21:29:21.325" v="5767" actId="1582"/>
          <ac:spMkLst>
            <pc:docMk/>
            <pc:sldMk cId="3244640858" sldId="2625"/>
            <ac:spMk id="2" creationId="{3C6D4145-6D39-F11A-0519-DD8D29A8706E}"/>
          </ac:spMkLst>
        </pc:spChg>
      </pc:sldChg>
      <pc:sldChg chg="addSp modSp add mod">
        <pc:chgData name="Benjamin Peters" userId="83763c400eb8b5dd" providerId="LiveId" clId="{7AE7A208-551F-4015-BAFA-D67B1C1DCA48}" dt="2026-05-07T21:29:57.801" v="5878" actId="1035"/>
        <pc:sldMkLst>
          <pc:docMk/>
          <pc:sldMk cId="1257538048" sldId="2626"/>
        </pc:sldMkLst>
        <pc:spChg chg="add mod">
          <ac:chgData name="Benjamin Peters" userId="83763c400eb8b5dd" providerId="LiveId" clId="{7AE7A208-551F-4015-BAFA-D67B1C1DCA48}" dt="2026-05-07T21:29:57.801" v="5878" actId="1035"/>
          <ac:spMkLst>
            <pc:docMk/>
            <pc:sldMk cId="1257538048" sldId="2626"/>
            <ac:spMk id="2" creationId="{9AD61BCC-02B5-4F95-4824-F5861E5C335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a:t>Mean Average Error for Model Evaluation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Sheet1!$B$3:$B$7</c:f>
              <c:strCache>
                <c:ptCount val="5"/>
                <c:pt idx="0">
                  <c:v>Linear - Best Fit</c:v>
                </c:pt>
                <c:pt idx="1">
                  <c:v>Linear - Ridge</c:v>
                </c:pt>
                <c:pt idx="2">
                  <c:v>Linear - Lasso</c:v>
                </c:pt>
                <c:pt idx="3">
                  <c:v>Random Forest</c:v>
                </c:pt>
                <c:pt idx="4">
                  <c:v>XGBoost</c:v>
                </c:pt>
              </c:strCache>
            </c:strRef>
          </c:cat>
          <c:val>
            <c:numRef>
              <c:f>Sheet1!$C$3:$C$7</c:f>
              <c:numCache>
                <c:formatCode>General</c:formatCode>
                <c:ptCount val="5"/>
                <c:pt idx="0">
                  <c:v>98053</c:v>
                </c:pt>
                <c:pt idx="1">
                  <c:v>96896</c:v>
                </c:pt>
                <c:pt idx="2">
                  <c:v>99996</c:v>
                </c:pt>
                <c:pt idx="3">
                  <c:v>88425</c:v>
                </c:pt>
                <c:pt idx="4">
                  <c:v>82132</c:v>
                </c:pt>
              </c:numCache>
            </c:numRef>
          </c:val>
          <c:extLst>
            <c:ext xmlns:c16="http://schemas.microsoft.com/office/drawing/2014/chart" uri="{C3380CC4-5D6E-409C-BE32-E72D297353CC}">
              <c16:uniqueId val="{00000000-D4AE-488D-BADE-99277F14BED0}"/>
            </c:ext>
          </c:extLst>
        </c:ser>
        <c:dLbls>
          <c:showLegendKey val="0"/>
          <c:showVal val="0"/>
          <c:showCatName val="0"/>
          <c:showSerName val="0"/>
          <c:showPercent val="0"/>
          <c:showBubbleSize val="0"/>
        </c:dLbls>
        <c:gapWidth val="219"/>
        <c:overlap val="-27"/>
        <c:axId val="1278282880"/>
        <c:axId val="1278292000"/>
      </c:barChart>
      <c:catAx>
        <c:axId val="1278282880"/>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Model</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278292000"/>
        <c:crosses val="autoZero"/>
        <c:auto val="1"/>
        <c:lblAlgn val="ctr"/>
        <c:lblOffset val="100"/>
        <c:noMultiLvlLbl val="0"/>
      </c:catAx>
      <c:valAx>
        <c:axId val="1278292000"/>
        <c:scaling>
          <c:orientation val="minMax"/>
          <c:max val="100000"/>
          <c:min val="5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Price MAE ($)</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2782828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solidFill>
            <a:sysClr val="windowText" lastClr="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3"/>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3"/>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3"/>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3"/>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3"/>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3"/>
      <dgm:spPr/>
    </dgm:pt>
    <dgm:pt modelId="{E1C57D5C-EAE2-4F10-AFCC-52FCB6C6170F}" type="pres">
      <dgm:prSet presAssocID="{F52BC77B-23FD-4A59-A89B-6C0D038CF672}"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3"/>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3"/>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3"/>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3"/>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3"/>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3"/>
      <dgm:spPr/>
    </dgm:pt>
    <dgm:pt modelId="{E1C57D5C-EAE2-4F10-AFCC-52FCB6C6170F}" type="pres">
      <dgm:prSet presAssocID="{F52BC77B-23FD-4A59-A89B-6C0D038CF672}"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3"/>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3"/>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3"/>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3"/>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3"/>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3"/>
      <dgm:spPr/>
    </dgm:pt>
    <dgm:pt modelId="{E1C57D5C-EAE2-4F10-AFCC-52FCB6C6170F}" type="pres">
      <dgm:prSet presAssocID="{F52BC77B-23FD-4A59-A89B-6C0D038CF672}"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6779A6-C3AD-4D76-ABBE-E559A480A1C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549A03BE-90A5-490C-B253-CD5B8BBA176C}">
      <dgm:prSet phldrT="[Text]" phldr="0"/>
      <dgm:spPr/>
      <dgm:t>
        <a:bodyPr/>
        <a:lstStyle/>
        <a:p>
          <a:r>
            <a:rPr lang="en-US" dirty="0"/>
            <a:t>All Data</a:t>
          </a:r>
        </a:p>
      </dgm:t>
    </dgm:pt>
    <dgm:pt modelId="{281E2353-E1B0-433F-AD1F-F4F43FB092AC}" type="parTrans" cxnId="{F53A1314-3B01-486F-B266-84813FD3B204}">
      <dgm:prSet/>
      <dgm:spPr/>
      <dgm:t>
        <a:bodyPr/>
        <a:lstStyle/>
        <a:p>
          <a:endParaRPr lang="en-US"/>
        </a:p>
      </dgm:t>
    </dgm:pt>
    <dgm:pt modelId="{962B93AF-00D1-46C1-B923-6F58B47500DC}" type="sibTrans" cxnId="{F53A1314-3B01-486F-B266-84813FD3B204}">
      <dgm:prSet/>
      <dgm:spPr/>
      <dgm:t>
        <a:bodyPr/>
        <a:lstStyle/>
        <a:p>
          <a:endParaRPr lang="en-US"/>
        </a:p>
      </dgm:t>
    </dgm:pt>
    <dgm:pt modelId="{3D173977-5EA1-4E81-98BE-F4B7CFC4C6EA}">
      <dgm:prSet phldrT="[Text]" phldr="0"/>
      <dgm:spPr/>
      <dgm:t>
        <a:bodyPr/>
        <a:lstStyle/>
        <a:p>
          <a:r>
            <a:rPr lang="en-US" dirty="0"/>
            <a:t>Numerical Data</a:t>
          </a:r>
        </a:p>
      </dgm:t>
    </dgm:pt>
    <dgm:pt modelId="{CC0AF719-9BE3-4890-A8D4-87E1EC5CE4C4}" type="parTrans" cxnId="{AA400BD6-0BD7-4E4A-AF8C-5C44E1579FA9}">
      <dgm:prSet/>
      <dgm:spPr/>
      <dgm:t>
        <a:bodyPr/>
        <a:lstStyle/>
        <a:p>
          <a:endParaRPr lang="en-US"/>
        </a:p>
      </dgm:t>
    </dgm:pt>
    <dgm:pt modelId="{DCC04C47-3020-455E-A1E6-B91A4A32CBC9}" type="sibTrans" cxnId="{AA400BD6-0BD7-4E4A-AF8C-5C44E1579FA9}">
      <dgm:prSet/>
      <dgm:spPr/>
      <dgm:t>
        <a:bodyPr/>
        <a:lstStyle/>
        <a:p>
          <a:endParaRPr lang="en-US"/>
        </a:p>
      </dgm:t>
    </dgm:pt>
    <dgm:pt modelId="{3FFC04D5-80FF-45AC-8C4D-1245917E7159}">
      <dgm:prSet phldrT="[Text]" phldr="0"/>
      <dgm:spPr/>
      <dgm:t>
        <a:bodyPr/>
        <a:lstStyle/>
        <a:p>
          <a:r>
            <a:rPr lang="en-US" dirty="0"/>
            <a:t>Categorical Data</a:t>
          </a:r>
        </a:p>
      </dgm:t>
    </dgm:pt>
    <dgm:pt modelId="{B0B6F00A-DAC5-4C6B-BE61-967DFAEE89E9}" type="parTrans" cxnId="{9F41C495-542D-4707-8087-28F6A953E37C}">
      <dgm:prSet/>
      <dgm:spPr/>
      <dgm:t>
        <a:bodyPr/>
        <a:lstStyle/>
        <a:p>
          <a:endParaRPr lang="en-US"/>
        </a:p>
      </dgm:t>
    </dgm:pt>
    <dgm:pt modelId="{0A36A026-152C-41CD-A6D9-6C180A699580}" type="sibTrans" cxnId="{9F41C495-542D-4707-8087-28F6A953E37C}">
      <dgm:prSet/>
      <dgm:spPr/>
      <dgm:t>
        <a:bodyPr/>
        <a:lstStyle/>
        <a:p>
          <a:endParaRPr lang="en-US"/>
        </a:p>
      </dgm:t>
    </dgm:pt>
    <dgm:pt modelId="{4BEE0A15-F26D-4DC4-9166-531610D0693C}">
      <dgm:prSet phldrT="[Text]" phldr="0"/>
      <dgm:spPr/>
      <dgm:t>
        <a:bodyPr/>
        <a:lstStyle/>
        <a:p>
          <a:r>
            <a:rPr lang="en-US" dirty="0"/>
            <a:t>One Hot Encode</a:t>
          </a:r>
        </a:p>
      </dgm:t>
    </dgm:pt>
    <dgm:pt modelId="{0138B375-951E-4266-94C8-CE52018F694D}" type="parTrans" cxnId="{8DE881FE-EB52-44D9-87A7-4B9E740E0EE8}">
      <dgm:prSet/>
      <dgm:spPr/>
      <dgm:t>
        <a:bodyPr/>
        <a:lstStyle/>
        <a:p>
          <a:endParaRPr lang="en-US"/>
        </a:p>
      </dgm:t>
    </dgm:pt>
    <dgm:pt modelId="{CA93CCC1-9FDB-41C7-8314-4F460AEA02F8}" type="sibTrans" cxnId="{8DE881FE-EB52-44D9-87A7-4B9E740E0EE8}">
      <dgm:prSet/>
      <dgm:spPr/>
      <dgm:t>
        <a:bodyPr/>
        <a:lstStyle/>
        <a:p>
          <a:endParaRPr lang="en-US"/>
        </a:p>
      </dgm:t>
    </dgm:pt>
    <dgm:pt modelId="{0770FF76-79D6-4319-BD3C-C1EEF7321131}">
      <dgm:prSet phldrT="[Text]" phldr="0"/>
      <dgm:spPr/>
      <dgm:t>
        <a:bodyPr/>
        <a:lstStyle/>
        <a:p>
          <a:r>
            <a:rPr lang="en-US" dirty="0"/>
            <a:t>Scale</a:t>
          </a:r>
        </a:p>
      </dgm:t>
    </dgm:pt>
    <dgm:pt modelId="{B2CA84A4-B4BE-4909-811A-CC2A32CFA9AD}" type="parTrans" cxnId="{751D1909-290F-4E51-9307-08F524C81B4E}">
      <dgm:prSet/>
      <dgm:spPr/>
      <dgm:t>
        <a:bodyPr/>
        <a:lstStyle/>
        <a:p>
          <a:endParaRPr lang="en-US"/>
        </a:p>
      </dgm:t>
    </dgm:pt>
    <dgm:pt modelId="{00737AB1-9480-47E2-A2C6-A498D4AC31D7}" type="sibTrans" cxnId="{751D1909-290F-4E51-9307-08F524C81B4E}">
      <dgm:prSet/>
      <dgm:spPr/>
      <dgm:t>
        <a:bodyPr/>
        <a:lstStyle/>
        <a:p>
          <a:endParaRPr lang="en-US"/>
        </a:p>
      </dgm:t>
    </dgm:pt>
    <dgm:pt modelId="{D133650A-CDFD-42B0-93BB-D5D16F262517}">
      <dgm:prSet phldrT="[Text]" phldr="0"/>
      <dgm:spPr/>
      <dgm:t>
        <a:bodyPr/>
        <a:lstStyle/>
        <a:p>
          <a:r>
            <a:rPr lang="en-US" dirty="0"/>
            <a:t>Split Data</a:t>
          </a:r>
        </a:p>
      </dgm:t>
    </dgm:pt>
    <dgm:pt modelId="{333E7D78-816B-4554-B549-B9000D49CAF3}" type="parTrans" cxnId="{AC18FCAA-03BC-44EB-B7F0-C67159195A49}">
      <dgm:prSet/>
      <dgm:spPr/>
      <dgm:t>
        <a:bodyPr/>
        <a:lstStyle/>
        <a:p>
          <a:endParaRPr lang="en-US"/>
        </a:p>
      </dgm:t>
    </dgm:pt>
    <dgm:pt modelId="{94E78637-89E6-4A83-9368-FB4A64CE0554}" type="sibTrans" cxnId="{AC18FCAA-03BC-44EB-B7F0-C67159195A49}">
      <dgm:prSet/>
      <dgm:spPr/>
      <dgm:t>
        <a:bodyPr/>
        <a:lstStyle/>
        <a:p>
          <a:endParaRPr lang="en-US"/>
        </a:p>
      </dgm:t>
    </dgm:pt>
    <dgm:pt modelId="{9C62E65A-2F46-4066-8048-2CB4937AE009}" type="pres">
      <dgm:prSet presAssocID="{5C6779A6-C3AD-4D76-ABBE-E559A480A1CC}" presName="hierChild1" presStyleCnt="0">
        <dgm:presLayoutVars>
          <dgm:orgChart val="1"/>
          <dgm:chPref val="1"/>
          <dgm:dir/>
          <dgm:animOne val="branch"/>
          <dgm:animLvl val="lvl"/>
          <dgm:resizeHandles/>
        </dgm:presLayoutVars>
      </dgm:prSet>
      <dgm:spPr/>
    </dgm:pt>
    <dgm:pt modelId="{E299270F-C15B-4751-9AE2-DD097EDC3A38}" type="pres">
      <dgm:prSet presAssocID="{549A03BE-90A5-490C-B253-CD5B8BBA176C}" presName="hierRoot1" presStyleCnt="0">
        <dgm:presLayoutVars>
          <dgm:hierBranch val="init"/>
        </dgm:presLayoutVars>
      </dgm:prSet>
      <dgm:spPr/>
    </dgm:pt>
    <dgm:pt modelId="{4D36FA0E-CBFE-4081-920E-B8C2F070144E}" type="pres">
      <dgm:prSet presAssocID="{549A03BE-90A5-490C-B253-CD5B8BBA176C}" presName="rootComposite1" presStyleCnt="0"/>
      <dgm:spPr/>
    </dgm:pt>
    <dgm:pt modelId="{DEB26CBC-0CF8-4A0F-AF8F-0F8237C834E1}" type="pres">
      <dgm:prSet presAssocID="{549A03BE-90A5-490C-B253-CD5B8BBA176C}" presName="rootText1" presStyleLbl="node0" presStyleIdx="0" presStyleCnt="1">
        <dgm:presLayoutVars>
          <dgm:chPref val="3"/>
        </dgm:presLayoutVars>
      </dgm:prSet>
      <dgm:spPr/>
    </dgm:pt>
    <dgm:pt modelId="{1D2BDBD2-5941-4004-B1D5-F55A1A751D0E}" type="pres">
      <dgm:prSet presAssocID="{549A03BE-90A5-490C-B253-CD5B8BBA176C}" presName="rootConnector1" presStyleLbl="node1" presStyleIdx="0" presStyleCnt="0"/>
      <dgm:spPr/>
    </dgm:pt>
    <dgm:pt modelId="{C57EC6C4-2FD0-4BF4-887C-4D71E7DC1708}" type="pres">
      <dgm:prSet presAssocID="{549A03BE-90A5-490C-B253-CD5B8BBA176C}" presName="hierChild2" presStyleCnt="0"/>
      <dgm:spPr/>
    </dgm:pt>
    <dgm:pt modelId="{2D3EEAA2-366A-4E2B-A514-FA89FFDF7194}" type="pres">
      <dgm:prSet presAssocID="{333E7D78-816B-4554-B549-B9000D49CAF3}" presName="Name37" presStyleLbl="parChTrans1D2" presStyleIdx="0" presStyleCnt="1"/>
      <dgm:spPr/>
    </dgm:pt>
    <dgm:pt modelId="{C7A7E250-DC36-453F-B902-5D4028262531}" type="pres">
      <dgm:prSet presAssocID="{D133650A-CDFD-42B0-93BB-D5D16F262517}" presName="hierRoot2" presStyleCnt="0">
        <dgm:presLayoutVars>
          <dgm:hierBranch val="init"/>
        </dgm:presLayoutVars>
      </dgm:prSet>
      <dgm:spPr/>
    </dgm:pt>
    <dgm:pt modelId="{57B0F0BC-E82F-4D7D-8A46-7809DBEED2CA}" type="pres">
      <dgm:prSet presAssocID="{D133650A-CDFD-42B0-93BB-D5D16F262517}" presName="rootComposite" presStyleCnt="0"/>
      <dgm:spPr/>
    </dgm:pt>
    <dgm:pt modelId="{1BF34302-7E75-41C5-9628-FCB7777167D2}" type="pres">
      <dgm:prSet presAssocID="{D133650A-CDFD-42B0-93BB-D5D16F262517}" presName="rootText" presStyleLbl="node2" presStyleIdx="0" presStyleCnt="1">
        <dgm:presLayoutVars>
          <dgm:chPref val="3"/>
        </dgm:presLayoutVars>
      </dgm:prSet>
      <dgm:spPr/>
    </dgm:pt>
    <dgm:pt modelId="{6BCDB2D8-B83E-4761-B86D-CE8D7B387A06}" type="pres">
      <dgm:prSet presAssocID="{D133650A-CDFD-42B0-93BB-D5D16F262517}" presName="rootConnector" presStyleLbl="node2" presStyleIdx="0" presStyleCnt="1"/>
      <dgm:spPr/>
    </dgm:pt>
    <dgm:pt modelId="{8E49D6EB-6808-49F5-8492-CD48058E2209}" type="pres">
      <dgm:prSet presAssocID="{D133650A-CDFD-42B0-93BB-D5D16F262517}" presName="hierChild4" presStyleCnt="0"/>
      <dgm:spPr/>
    </dgm:pt>
    <dgm:pt modelId="{F144C1E5-75BD-49B9-8813-2967A318A82D}" type="pres">
      <dgm:prSet presAssocID="{CC0AF719-9BE3-4890-A8D4-87E1EC5CE4C4}" presName="Name37" presStyleLbl="parChTrans1D3" presStyleIdx="0" presStyleCnt="2"/>
      <dgm:spPr/>
    </dgm:pt>
    <dgm:pt modelId="{312ABEFE-B184-4937-A5B1-125B7B96256F}" type="pres">
      <dgm:prSet presAssocID="{3D173977-5EA1-4E81-98BE-F4B7CFC4C6EA}" presName="hierRoot2" presStyleCnt="0">
        <dgm:presLayoutVars>
          <dgm:hierBranch val="init"/>
        </dgm:presLayoutVars>
      </dgm:prSet>
      <dgm:spPr/>
    </dgm:pt>
    <dgm:pt modelId="{0F990EC3-DD28-4AF6-8220-6EF7A192C278}" type="pres">
      <dgm:prSet presAssocID="{3D173977-5EA1-4E81-98BE-F4B7CFC4C6EA}" presName="rootComposite" presStyleCnt="0"/>
      <dgm:spPr/>
    </dgm:pt>
    <dgm:pt modelId="{3B094DF9-5658-48BF-B5A1-BB45E946055A}" type="pres">
      <dgm:prSet presAssocID="{3D173977-5EA1-4E81-98BE-F4B7CFC4C6EA}" presName="rootText" presStyleLbl="node3" presStyleIdx="0" presStyleCnt="2">
        <dgm:presLayoutVars>
          <dgm:chPref val="3"/>
        </dgm:presLayoutVars>
      </dgm:prSet>
      <dgm:spPr/>
    </dgm:pt>
    <dgm:pt modelId="{CAD70A43-95FE-43CA-B226-315E314222B7}" type="pres">
      <dgm:prSet presAssocID="{3D173977-5EA1-4E81-98BE-F4B7CFC4C6EA}" presName="rootConnector" presStyleLbl="node3" presStyleIdx="0" presStyleCnt="2"/>
      <dgm:spPr/>
    </dgm:pt>
    <dgm:pt modelId="{7DB99A23-2100-4FD2-ADB7-CB9005D4350E}" type="pres">
      <dgm:prSet presAssocID="{3D173977-5EA1-4E81-98BE-F4B7CFC4C6EA}" presName="hierChild4" presStyleCnt="0"/>
      <dgm:spPr/>
    </dgm:pt>
    <dgm:pt modelId="{B9FE532E-F1EA-408D-916F-6DDB3C667C95}" type="pres">
      <dgm:prSet presAssocID="{B2CA84A4-B4BE-4909-811A-CC2A32CFA9AD}" presName="Name37" presStyleLbl="parChTrans1D4" presStyleIdx="0" presStyleCnt="2"/>
      <dgm:spPr/>
    </dgm:pt>
    <dgm:pt modelId="{6C76D108-919A-472E-8B15-4FEEA6C532FE}" type="pres">
      <dgm:prSet presAssocID="{0770FF76-79D6-4319-BD3C-C1EEF7321131}" presName="hierRoot2" presStyleCnt="0">
        <dgm:presLayoutVars>
          <dgm:hierBranch val="init"/>
        </dgm:presLayoutVars>
      </dgm:prSet>
      <dgm:spPr/>
    </dgm:pt>
    <dgm:pt modelId="{FA3336FF-753B-440F-8C57-8C52D335D7BC}" type="pres">
      <dgm:prSet presAssocID="{0770FF76-79D6-4319-BD3C-C1EEF7321131}" presName="rootComposite" presStyleCnt="0"/>
      <dgm:spPr/>
    </dgm:pt>
    <dgm:pt modelId="{C25E0409-3D2E-4C82-92F6-1AA217C76D69}" type="pres">
      <dgm:prSet presAssocID="{0770FF76-79D6-4319-BD3C-C1EEF7321131}" presName="rootText" presStyleLbl="node4" presStyleIdx="0" presStyleCnt="2">
        <dgm:presLayoutVars>
          <dgm:chPref val="3"/>
        </dgm:presLayoutVars>
      </dgm:prSet>
      <dgm:spPr/>
    </dgm:pt>
    <dgm:pt modelId="{65B78C38-6033-49C6-A5FE-D266B034B55B}" type="pres">
      <dgm:prSet presAssocID="{0770FF76-79D6-4319-BD3C-C1EEF7321131}" presName="rootConnector" presStyleLbl="node4" presStyleIdx="0" presStyleCnt="2"/>
      <dgm:spPr/>
    </dgm:pt>
    <dgm:pt modelId="{84A3FF33-09A6-4970-A329-A20E652B6F38}" type="pres">
      <dgm:prSet presAssocID="{0770FF76-79D6-4319-BD3C-C1EEF7321131}" presName="hierChild4" presStyleCnt="0"/>
      <dgm:spPr/>
    </dgm:pt>
    <dgm:pt modelId="{298724AC-A98D-471D-B6E6-8B50D623AE8F}" type="pres">
      <dgm:prSet presAssocID="{0770FF76-79D6-4319-BD3C-C1EEF7321131}" presName="hierChild5" presStyleCnt="0"/>
      <dgm:spPr/>
    </dgm:pt>
    <dgm:pt modelId="{8BB04FA6-E519-47CC-A98F-6007F291405F}" type="pres">
      <dgm:prSet presAssocID="{3D173977-5EA1-4E81-98BE-F4B7CFC4C6EA}" presName="hierChild5" presStyleCnt="0"/>
      <dgm:spPr/>
    </dgm:pt>
    <dgm:pt modelId="{E144ADBC-1BD6-49CA-9A22-261E8DD8BE14}" type="pres">
      <dgm:prSet presAssocID="{B0B6F00A-DAC5-4C6B-BE61-967DFAEE89E9}" presName="Name37" presStyleLbl="parChTrans1D3" presStyleIdx="1" presStyleCnt="2"/>
      <dgm:spPr/>
    </dgm:pt>
    <dgm:pt modelId="{29D9C8FB-DDBB-457E-8B98-4457412E15C6}" type="pres">
      <dgm:prSet presAssocID="{3FFC04D5-80FF-45AC-8C4D-1245917E7159}" presName="hierRoot2" presStyleCnt="0">
        <dgm:presLayoutVars>
          <dgm:hierBranch val="init"/>
        </dgm:presLayoutVars>
      </dgm:prSet>
      <dgm:spPr/>
    </dgm:pt>
    <dgm:pt modelId="{E31526E8-40F9-40DC-9505-8BD04BD4B569}" type="pres">
      <dgm:prSet presAssocID="{3FFC04D5-80FF-45AC-8C4D-1245917E7159}" presName="rootComposite" presStyleCnt="0"/>
      <dgm:spPr/>
    </dgm:pt>
    <dgm:pt modelId="{0527302F-10B7-4D6D-8D13-3504A27A1553}" type="pres">
      <dgm:prSet presAssocID="{3FFC04D5-80FF-45AC-8C4D-1245917E7159}" presName="rootText" presStyleLbl="node3" presStyleIdx="1" presStyleCnt="2">
        <dgm:presLayoutVars>
          <dgm:chPref val="3"/>
        </dgm:presLayoutVars>
      </dgm:prSet>
      <dgm:spPr/>
    </dgm:pt>
    <dgm:pt modelId="{89C34BA4-A0DE-4E62-BB26-ABA51BC4C989}" type="pres">
      <dgm:prSet presAssocID="{3FFC04D5-80FF-45AC-8C4D-1245917E7159}" presName="rootConnector" presStyleLbl="node3" presStyleIdx="1" presStyleCnt="2"/>
      <dgm:spPr/>
    </dgm:pt>
    <dgm:pt modelId="{BCED1BCC-A1B6-4A9B-B826-522D3C8E1951}" type="pres">
      <dgm:prSet presAssocID="{3FFC04D5-80FF-45AC-8C4D-1245917E7159}" presName="hierChild4" presStyleCnt="0"/>
      <dgm:spPr/>
    </dgm:pt>
    <dgm:pt modelId="{4DECEB46-B07B-4BCD-B4FF-AFB806F9C4C3}" type="pres">
      <dgm:prSet presAssocID="{0138B375-951E-4266-94C8-CE52018F694D}" presName="Name37" presStyleLbl="parChTrans1D4" presStyleIdx="1" presStyleCnt="2"/>
      <dgm:spPr/>
    </dgm:pt>
    <dgm:pt modelId="{A4054F45-6F65-4525-9FA6-D152953D94C6}" type="pres">
      <dgm:prSet presAssocID="{4BEE0A15-F26D-4DC4-9166-531610D0693C}" presName="hierRoot2" presStyleCnt="0">
        <dgm:presLayoutVars>
          <dgm:hierBranch val="init"/>
        </dgm:presLayoutVars>
      </dgm:prSet>
      <dgm:spPr/>
    </dgm:pt>
    <dgm:pt modelId="{63D8AE6E-3E3E-469E-8845-20C6AE399395}" type="pres">
      <dgm:prSet presAssocID="{4BEE0A15-F26D-4DC4-9166-531610D0693C}" presName="rootComposite" presStyleCnt="0"/>
      <dgm:spPr/>
    </dgm:pt>
    <dgm:pt modelId="{0D727173-BA4E-4CCB-8B0F-4C634E216DE6}" type="pres">
      <dgm:prSet presAssocID="{4BEE0A15-F26D-4DC4-9166-531610D0693C}" presName="rootText" presStyleLbl="node4" presStyleIdx="1" presStyleCnt="2">
        <dgm:presLayoutVars>
          <dgm:chPref val="3"/>
        </dgm:presLayoutVars>
      </dgm:prSet>
      <dgm:spPr/>
    </dgm:pt>
    <dgm:pt modelId="{F9412C60-0899-4E3B-90BD-6691EB4D64E1}" type="pres">
      <dgm:prSet presAssocID="{4BEE0A15-F26D-4DC4-9166-531610D0693C}" presName="rootConnector" presStyleLbl="node4" presStyleIdx="1" presStyleCnt="2"/>
      <dgm:spPr/>
    </dgm:pt>
    <dgm:pt modelId="{E1E65CED-4802-4F92-9C19-81F8DA642A54}" type="pres">
      <dgm:prSet presAssocID="{4BEE0A15-F26D-4DC4-9166-531610D0693C}" presName="hierChild4" presStyleCnt="0"/>
      <dgm:spPr/>
    </dgm:pt>
    <dgm:pt modelId="{FF7E156A-3E42-4545-AE21-E3018F0B31C8}" type="pres">
      <dgm:prSet presAssocID="{4BEE0A15-F26D-4DC4-9166-531610D0693C}" presName="hierChild5" presStyleCnt="0"/>
      <dgm:spPr/>
    </dgm:pt>
    <dgm:pt modelId="{44D5362A-91EC-46A4-9E20-23E1860A91F7}" type="pres">
      <dgm:prSet presAssocID="{3FFC04D5-80FF-45AC-8C4D-1245917E7159}" presName="hierChild5" presStyleCnt="0"/>
      <dgm:spPr/>
    </dgm:pt>
    <dgm:pt modelId="{B7A0D97E-1FCD-4D6E-8B91-C9B58CA7BFFF}" type="pres">
      <dgm:prSet presAssocID="{D133650A-CDFD-42B0-93BB-D5D16F262517}" presName="hierChild5" presStyleCnt="0"/>
      <dgm:spPr/>
    </dgm:pt>
    <dgm:pt modelId="{8B8733FA-C132-43EF-9F2C-DAE5499B97A4}" type="pres">
      <dgm:prSet presAssocID="{549A03BE-90A5-490C-B253-CD5B8BBA176C}" presName="hierChild3" presStyleCnt="0"/>
      <dgm:spPr/>
    </dgm:pt>
  </dgm:ptLst>
  <dgm:cxnLst>
    <dgm:cxn modelId="{BAF40406-F4CC-48FB-AD58-E66D63B74EBC}" type="presOf" srcId="{4BEE0A15-F26D-4DC4-9166-531610D0693C}" destId="{F9412C60-0899-4E3B-90BD-6691EB4D64E1}" srcOrd="1" destOrd="0" presId="urn:microsoft.com/office/officeart/2005/8/layout/orgChart1"/>
    <dgm:cxn modelId="{751D1909-290F-4E51-9307-08F524C81B4E}" srcId="{3D173977-5EA1-4E81-98BE-F4B7CFC4C6EA}" destId="{0770FF76-79D6-4319-BD3C-C1EEF7321131}" srcOrd="0" destOrd="0" parTransId="{B2CA84A4-B4BE-4909-811A-CC2A32CFA9AD}" sibTransId="{00737AB1-9480-47E2-A2C6-A498D4AC31D7}"/>
    <dgm:cxn modelId="{FB587C0D-C210-4E89-9C03-9981DFB419A8}" type="presOf" srcId="{0770FF76-79D6-4319-BD3C-C1EEF7321131}" destId="{C25E0409-3D2E-4C82-92F6-1AA217C76D69}" srcOrd="0" destOrd="0" presId="urn:microsoft.com/office/officeart/2005/8/layout/orgChart1"/>
    <dgm:cxn modelId="{F53A1314-3B01-486F-B266-84813FD3B204}" srcId="{5C6779A6-C3AD-4D76-ABBE-E559A480A1CC}" destId="{549A03BE-90A5-490C-B253-CD5B8BBA176C}" srcOrd="0" destOrd="0" parTransId="{281E2353-E1B0-433F-AD1F-F4F43FB092AC}" sibTransId="{962B93AF-00D1-46C1-B923-6F58B47500DC}"/>
    <dgm:cxn modelId="{7E11822D-E633-4E48-AF7B-DA64E0E4EE99}" type="presOf" srcId="{3D173977-5EA1-4E81-98BE-F4B7CFC4C6EA}" destId="{CAD70A43-95FE-43CA-B226-315E314222B7}" srcOrd="1" destOrd="0" presId="urn:microsoft.com/office/officeart/2005/8/layout/orgChart1"/>
    <dgm:cxn modelId="{D7691B5C-E37D-466B-9CE4-85AA3C0DA15B}" type="presOf" srcId="{4BEE0A15-F26D-4DC4-9166-531610D0693C}" destId="{0D727173-BA4E-4CCB-8B0F-4C634E216DE6}" srcOrd="0" destOrd="0" presId="urn:microsoft.com/office/officeart/2005/8/layout/orgChart1"/>
    <dgm:cxn modelId="{FB5CE349-4A80-479F-812D-4391A829196D}" type="presOf" srcId="{B0B6F00A-DAC5-4C6B-BE61-967DFAEE89E9}" destId="{E144ADBC-1BD6-49CA-9A22-261E8DD8BE14}" srcOrd="0" destOrd="0" presId="urn:microsoft.com/office/officeart/2005/8/layout/orgChart1"/>
    <dgm:cxn modelId="{F472E16A-6B55-42D0-BF81-20660B6751E8}" type="presOf" srcId="{D133650A-CDFD-42B0-93BB-D5D16F262517}" destId="{6BCDB2D8-B83E-4761-B86D-CE8D7B387A06}" srcOrd="1" destOrd="0" presId="urn:microsoft.com/office/officeart/2005/8/layout/orgChart1"/>
    <dgm:cxn modelId="{B6B7A373-46CF-44B5-8C19-83CB77757650}" type="presOf" srcId="{333E7D78-816B-4554-B549-B9000D49CAF3}" destId="{2D3EEAA2-366A-4E2B-A514-FA89FFDF7194}" srcOrd="0" destOrd="0" presId="urn:microsoft.com/office/officeart/2005/8/layout/orgChart1"/>
    <dgm:cxn modelId="{7953B873-69A7-4D1E-8A3E-11050B08D411}" type="presOf" srcId="{0138B375-951E-4266-94C8-CE52018F694D}" destId="{4DECEB46-B07B-4BCD-B4FF-AFB806F9C4C3}" srcOrd="0" destOrd="0" presId="urn:microsoft.com/office/officeart/2005/8/layout/orgChart1"/>
    <dgm:cxn modelId="{34479C54-DADF-4E82-AEAB-2752398CB5CB}" type="presOf" srcId="{3FFC04D5-80FF-45AC-8C4D-1245917E7159}" destId="{0527302F-10B7-4D6D-8D13-3504A27A1553}" srcOrd="0" destOrd="0" presId="urn:microsoft.com/office/officeart/2005/8/layout/orgChart1"/>
    <dgm:cxn modelId="{57C3868B-7DA8-4B77-A13A-1039D62CBA31}" type="presOf" srcId="{B2CA84A4-B4BE-4909-811A-CC2A32CFA9AD}" destId="{B9FE532E-F1EA-408D-916F-6DDB3C667C95}" srcOrd="0" destOrd="0" presId="urn:microsoft.com/office/officeart/2005/8/layout/orgChart1"/>
    <dgm:cxn modelId="{3B23D391-EC99-4FD2-8983-55DDC2746D1B}" type="presOf" srcId="{5C6779A6-C3AD-4D76-ABBE-E559A480A1CC}" destId="{9C62E65A-2F46-4066-8048-2CB4937AE009}" srcOrd="0" destOrd="0" presId="urn:microsoft.com/office/officeart/2005/8/layout/orgChart1"/>
    <dgm:cxn modelId="{214EEA93-677E-48D2-B1BB-28ACC3BBD3D8}" type="presOf" srcId="{3D173977-5EA1-4E81-98BE-F4B7CFC4C6EA}" destId="{3B094DF9-5658-48BF-B5A1-BB45E946055A}" srcOrd="0" destOrd="0" presId="urn:microsoft.com/office/officeart/2005/8/layout/orgChart1"/>
    <dgm:cxn modelId="{9F41C495-542D-4707-8087-28F6A953E37C}" srcId="{D133650A-CDFD-42B0-93BB-D5D16F262517}" destId="{3FFC04D5-80FF-45AC-8C4D-1245917E7159}" srcOrd="1" destOrd="0" parTransId="{B0B6F00A-DAC5-4C6B-BE61-967DFAEE89E9}" sibTransId="{0A36A026-152C-41CD-A6D9-6C180A699580}"/>
    <dgm:cxn modelId="{AC18FCAA-03BC-44EB-B7F0-C67159195A49}" srcId="{549A03BE-90A5-490C-B253-CD5B8BBA176C}" destId="{D133650A-CDFD-42B0-93BB-D5D16F262517}" srcOrd="0" destOrd="0" parTransId="{333E7D78-816B-4554-B549-B9000D49CAF3}" sibTransId="{94E78637-89E6-4A83-9368-FB4A64CE0554}"/>
    <dgm:cxn modelId="{BD2E8AAB-4AE2-472C-A68B-64AC72AA35D3}" type="presOf" srcId="{549A03BE-90A5-490C-B253-CD5B8BBA176C}" destId="{DEB26CBC-0CF8-4A0F-AF8F-0F8237C834E1}" srcOrd="0" destOrd="0" presId="urn:microsoft.com/office/officeart/2005/8/layout/orgChart1"/>
    <dgm:cxn modelId="{51DBF6B1-86EF-43E9-BD58-4EB4B795A387}" type="presOf" srcId="{D133650A-CDFD-42B0-93BB-D5D16F262517}" destId="{1BF34302-7E75-41C5-9628-FCB7777167D2}" srcOrd="0" destOrd="0" presId="urn:microsoft.com/office/officeart/2005/8/layout/orgChart1"/>
    <dgm:cxn modelId="{EFD46CB8-05CA-409A-A00C-75840CC5D952}" type="presOf" srcId="{3FFC04D5-80FF-45AC-8C4D-1245917E7159}" destId="{89C34BA4-A0DE-4E62-BB26-ABA51BC4C989}" srcOrd="1" destOrd="0" presId="urn:microsoft.com/office/officeart/2005/8/layout/orgChart1"/>
    <dgm:cxn modelId="{5E02F3BD-AAC8-4F8B-A1DB-ADF8A2B8C07E}" type="presOf" srcId="{549A03BE-90A5-490C-B253-CD5B8BBA176C}" destId="{1D2BDBD2-5941-4004-B1D5-F55A1A751D0E}" srcOrd="1" destOrd="0" presId="urn:microsoft.com/office/officeart/2005/8/layout/orgChart1"/>
    <dgm:cxn modelId="{AA400BD6-0BD7-4E4A-AF8C-5C44E1579FA9}" srcId="{D133650A-CDFD-42B0-93BB-D5D16F262517}" destId="{3D173977-5EA1-4E81-98BE-F4B7CFC4C6EA}" srcOrd="0" destOrd="0" parTransId="{CC0AF719-9BE3-4890-A8D4-87E1EC5CE4C4}" sibTransId="{DCC04C47-3020-455E-A1E6-B91A4A32CBC9}"/>
    <dgm:cxn modelId="{1D8D5DEB-DDCB-4C7F-81CE-B2B6BF094C45}" type="presOf" srcId="{0770FF76-79D6-4319-BD3C-C1EEF7321131}" destId="{65B78C38-6033-49C6-A5FE-D266B034B55B}" srcOrd="1" destOrd="0" presId="urn:microsoft.com/office/officeart/2005/8/layout/orgChart1"/>
    <dgm:cxn modelId="{9E6ED6F4-5B0A-4DF6-8CEB-17F08B4A53CF}" type="presOf" srcId="{CC0AF719-9BE3-4890-A8D4-87E1EC5CE4C4}" destId="{F144C1E5-75BD-49B9-8813-2967A318A82D}" srcOrd="0" destOrd="0" presId="urn:microsoft.com/office/officeart/2005/8/layout/orgChart1"/>
    <dgm:cxn modelId="{8DE881FE-EB52-44D9-87A7-4B9E740E0EE8}" srcId="{3FFC04D5-80FF-45AC-8C4D-1245917E7159}" destId="{4BEE0A15-F26D-4DC4-9166-531610D0693C}" srcOrd="0" destOrd="0" parTransId="{0138B375-951E-4266-94C8-CE52018F694D}" sibTransId="{CA93CCC1-9FDB-41C7-8314-4F460AEA02F8}"/>
    <dgm:cxn modelId="{2A78F5F1-1B95-4E37-B224-5609A57D9FCA}" type="presParOf" srcId="{9C62E65A-2F46-4066-8048-2CB4937AE009}" destId="{E299270F-C15B-4751-9AE2-DD097EDC3A38}" srcOrd="0" destOrd="0" presId="urn:microsoft.com/office/officeart/2005/8/layout/orgChart1"/>
    <dgm:cxn modelId="{15465722-7973-44EA-975F-A119193DD57E}" type="presParOf" srcId="{E299270F-C15B-4751-9AE2-DD097EDC3A38}" destId="{4D36FA0E-CBFE-4081-920E-B8C2F070144E}" srcOrd="0" destOrd="0" presId="urn:microsoft.com/office/officeart/2005/8/layout/orgChart1"/>
    <dgm:cxn modelId="{23D9A07D-4BA8-4457-9168-5FC1D4521424}" type="presParOf" srcId="{4D36FA0E-CBFE-4081-920E-B8C2F070144E}" destId="{DEB26CBC-0CF8-4A0F-AF8F-0F8237C834E1}" srcOrd="0" destOrd="0" presId="urn:microsoft.com/office/officeart/2005/8/layout/orgChart1"/>
    <dgm:cxn modelId="{ABC97662-03CD-426A-B193-0EFBCCB5DCC7}" type="presParOf" srcId="{4D36FA0E-CBFE-4081-920E-B8C2F070144E}" destId="{1D2BDBD2-5941-4004-B1D5-F55A1A751D0E}" srcOrd="1" destOrd="0" presId="urn:microsoft.com/office/officeart/2005/8/layout/orgChart1"/>
    <dgm:cxn modelId="{88EFCAAD-81C8-4CBB-9EAF-172B27E8285B}" type="presParOf" srcId="{E299270F-C15B-4751-9AE2-DD097EDC3A38}" destId="{C57EC6C4-2FD0-4BF4-887C-4D71E7DC1708}" srcOrd="1" destOrd="0" presId="urn:microsoft.com/office/officeart/2005/8/layout/orgChart1"/>
    <dgm:cxn modelId="{8170911E-2E3B-45E0-8D96-48A7CE6135FF}" type="presParOf" srcId="{C57EC6C4-2FD0-4BF4-887C-4D71E7DC1708}" destId="{2D3EEAA2-366A-4E2B-A514-FA89FFDF7194}" srcOrd="0" destOrd="0" presId="urn:microsoft.com/office/officeart/2005/8/layout/orgChart1"/>
    <dgm:cxn modelId="{C450EF95-B2C9-487F-856C-0FE10FAF8BE0}" type="presParOf" srcId="{C57EC6C4-2FD0-4BF4-887C-4D71E7DC1708}" destId="{C7A7E250-DC36-453F-B902-5D4028262531}" srcOrd="1" destOrd="0" presId="urn:microsoft.com/office/officeart/2005/8/layout/orgChart1"/>
    <dgm:cxn modelId="{A0E8D501-5D27-4EE4-87DF-3B08B0FD4900}" type="presParOf" srcId="{C7A7E250-DC36-453F-B902-5D4028262531}" destId="{57B0F0BC-E82F-4D7D-8A46-7809DBEED2CA}" srcOrd="0" destOrd="0" presId="urn:microsoft.com/office/officeart/2005/8/layout/orgChart1"/>
    <dgm:cxn modelId="{3F23CBC5-5DE4-45D0-A7C8-5463B0990C93}" type="presParOf" srcId="{57B0F0BC-E82F-4D7D-8A46-7809DBEED2CA}" destId="{1BF34302-7E75-41C5-9628-FCB7777167D2}" srcOrd="0" destOrd="0" presId="urn:microsoft.com/office/officeart/2005/8/layout/orgChart1"/>
    <dgm:cxn modelId="{3DC0A939-4993-482F-98ED-2CA78A1FE390}" type="presParOf" srcId="{57B0F0BC-E82F-4D7D-8A46-7809DBEED2CA}" destId="{6BCDB2D8-B83E-4761-B86D-CE8D7B387A06}" srcOrd="1" destOrd="0" presId="urn:microsoft.com/office/officeart/2005/8/layout/orgChart1"/>
    <dgm:cxn modelId="{598DE401-B610-4967-B39B-99B5FF320173}" type="presParOf" srcId="{C7A7E250-DC36-453F-B902-5D4028262531}" destId="{8E49D6EB-6808-49F5-8492-CD48058E2209}" srcOrd="1" destOrd="0" presId="urn:microsoft.com/office/officeart/2005/8/layout/orgChart1"/>
    <dgm:cxn modelId="{54568BC9-79A5-4E16-A297-F823852CDB22}" type="presParOf" srcId="{8E49D6EB-6808-49F5-8492-CD48058E2209}" destId="{F144C1E5-75BD-49B9-8813-2967A318A82D}" srcOrd="0" destOrd="0" presId="urn:microsoft.com/office/officeart/2005/8/layout/orgChart1"/>
    <dgm:cxn modelId="{948C2731-735D-47B8-A667-5924574614AE}" type="presParOf" srcId="{8E49D6EB-6808-49F5-8492-CD48058E2209}" destId="{312ABEFE-B184-4937-A5B1-125B7B96256F}" srcOrd="1" destOrd="0" presId="urn:microsoft.com/office/officeart/2005/8/layout/orgChart1"/>
    <dgm:cxn modelId="{F816AC45-01AC-4107-BD9B-79054C0AD50E}" type="presParOf" srcId="{312ABEFE-B184-4937-A5B1-125B7B96256F}" destId="{0F990EC3-DD28-4AF6-8220-6EF7A192C278}" srcOrd="0" destOrd="0" presId="urn:microsoft.com/office/officeart/2005/8/layout/orgChart1"/>
    <dgm:cxn modelId="{749B9E8A-E086-4122-AAFD-7398D4C274E7}" type="presParOf" srcId="{0F990EC3-DD28-4AF6-8220-6EF7A192C278}" destId="{3B094DF9-5658-48BF-B5A1-BB45E946055A}" srcOrd="0" destOrd="0" presId="urn:microsoft.com/office/officeart/2005/8/layout/orgChart1"/>
    <dgm:cxn modelId="{E62A4B60-0E3E-4439-8875-B834D04ED718}" type="presParOf" srcId="{0F990EC3-DD28-4AF6-8220-6EF7A192C278}" destId="{CAD70A43-95FE-43CA-B226-315E314222B7}" srcOrd="1" destOrd="0" presId="urn:microsoft.com/office/officeart/2005/8/layout/orgChart1"/>
    <dgm:cxn modelId="{1C77FC00-997D-418C-B0FE-6AEEF7F817F4}" type="presParOf" srcId="{312ABEFE-B184-4937-A5B1-125B7B96256F}" destId="{7DB99A23-2100-4FD2-ADB7-CB9005D4350E}" srcOrd="1" destOrd="0" presId="urn:microsoft.com/office/officeart/2005/8/layout/orgChart1"/>
    <dgm:cxn modelId="{6B441635-08E3-4957-A337-F355566D15D2}" type="presParOf" srcId="{7DB99A23-2100-4FD2-ADB7-CB9005D4350E}" destId="{B9FE532E-F1EA-408D-916F-6DDB3C667C95}" srcOrd="0" destOrd="0" presId="urn:microsoft.com/office/officeart/2005/8/layout/orgChart1"/>
    <dgm:cxn modelId="{9C4803EA-0A14-40D2-A04C-62D7ABCBE448}" type="presParOf" srcId="{7DB99A23-2100-4FD2-ADB7-CB9005D4350E}" destId="{6C76D108-919A-472E-8B15-4FEEA6C532FE}" srcOrd="1" destOrd="0" presId="urn:microsoft.com/office/officeart/2005/8/layout/orgChart1"/>
    <dgm:cxn modelId="{990F71AD-9191-4F1F-A15D-C9CD24656372}" type="presParOf" srcId="{6C76D108-919A-472E-8B15-4FEEA6C532FE}" destId="{FA3336FF-753B-440F-8C57-8C52D335D7BC}" srcOrd="0" destOrd="0" presId="urn:microsoft.com/office/officeart/2005/8/layout/orgChart1"/>
    <dgm:cxn modelId="{BE52BD45-3541-4909-8EE0-C6BF0F35C583}" type="presParOf" srcId="{FA3336FF-753B-440F-8C57-8C52D335D7BC}" destId="{C25E0409-3D2E-4C82-92F6-1AA217C76D69}" srcOrd="0" destOrd="0" presId="urn:microsoft.com/office/officeart/2005/8/layout/orgChart1"/>
    <dgm:cxn modelId="{F9AF2428-0363-409F-860D-1AEC9E5AB1F5}" type="presParOf" srcId="{FA3336FF-753B-440F-8C57-8C52D335D7BC}" destId="{65B78C38-6033-49C6-A5FE-D266B034B55B}" srcOrd="1" destOrd="0" presId="urn:microsoft.com/office/officeart/2005/8/layout/orgChart1"/>
    <dgm:cxn modelId="{F1AACF29-C183-479B-A808-6B81934461F5}" type="presParOf" srcId="{6C76D108-919A-472E-8B15-4FEEA6C532FE}" destId="{84A3FF33-09A6-4970-A329-A20E652B6F38}" srcOrd="1" destOrd="0" presId="urn:microsoft.com/office/officeart/2005/8/layout/orgChart1"/>
    <dgm:cxn modelId="{DAF3A2E6-DF9B-443A-9872-F7021B3224AF}" type="presParOf" srcId="{6C76D108-919A-472E-8B15-4FEEA6C532FE}" destId="{298724AC-A98D-471D-B6E6-8B50D623AE8F}" srcOrd="2" destOrd="0" presId="urn:microsoft.com/office/officeart/2005/8/layout/orgChart1"/>
    <dgm:cxn modelId="{B5E02C2E-43C2-46CC-9817-BF6B5761815E}" type="presParOf" srcId="{312ABEFE-B184-4937-A5B1-125B7B96256F}" destId="{8BB04FA6-E519-47CC-A98F-6007F291405F}" srcOrd="2" destOrd="0" presId="urn:microsoft.com/office/officeart/2005/8/layout/orgChart1"/>
    <dgm:cxn modelId="{15B7C30C-7E6A-4FED-9816-70545EB63D89}" type="presParOf" srcId="{8E49D6EB-6808-49F5-8492-CD48058E2209}" destId="{E144ADBC-1BD6-49CA-9A22-261E8DD8BE14}" srcOrd="2" destOrd="0" presId="urn:microsoft.com/office/officeart/2005/8/layout/orgChart1"/>
    <dgm:cxn modelId="{DC63C987-A233-4FCB-B0D6-DB14CCFA1B4F}" type="presParOf" srcId="{8E49D6EB-6808-49F5-8492-CD48058E2209}" destId="{29D9C8FB-DDBB-457E-8B98-4457412E15C6}" srcOrd="3" destOrd="0" presId="urn:microsoft.com/office/officeart/2005/8/layout/orgChart1"/>
    <dgm:cxn modelId="{E7489EE8-1A84-4A12-8AF3-4D160C186191}" type="presParOf" srcId="{29D9C8FB-DDBB-457E-8B98-4457412E15C6}" destId="{E31526E8-40F9-40DC-9505-8BD04BD4B569}" srcOrd="0" destOrd="0" presId="urn:microsoft.com/office/officeart/2005/8/layout/orgChart1"/>
    <dgm:cxn modelId="{5E9E2C0B-92CC-4C34-985B-FE2EEE68B3ED}" type="presParOf" srcId="{E31526E8-40F9-40DC-9505-8BD04BD4B569}" destId="{0527302F-10B7-4D6D-8D13-3504A27A1553}" srcOrd="0" destOrd="0" presId="urn:microsoft.com/office/officeart/2005/8/layout/orgChart1"/>
    <dgm:cxn modelId="{396546B2-2C08-4D03-943E-7FC2AE1E7256}" type="presParOf" srcId="{E31526E8-40F9-40DC-9505-8BD04BD4B569}" destId="{89C34BA4-A0DE-4E62-BB26-ABA51BC4C989}" srcOrd="1" destOrd="0" presId="urn:microsoft.com/office/officeart/2005/8/layout/orgChart1"/>
    <dgm:cxn modelId="{1E6513F0-D524-4FF2-BC76-DD39BF0F4F39}" type="presParOf" srcId="{29D9C8FB-DDBB-457E-8B98-4457412E15C6}" destId="{BCED1BCC-A1B6-4A9B-B826-522D3C8E1951}" srcOrd="1" destOrd="0" presId="urn:microsoft.com/office/officeart/2005/8/layout/orgChart1"/>
    <dgm:cxn modelId="{7A59F7F8-58C0-4444-A4B8-1C9985B2E4C0}" type="presParOf" srcId="{BCED1BCC-A1B6-4A9B-B826-522D3C8E1951}" destId="{4DECEB46-B07B-4BCD-B4FF-AFB806F9C4C3}" srcOrd="0" destOrd="0" presId="urn:microsoft.com/office/officeart/2005/8/layout/orgChart1"/>
    <dgm:cxn modelId="{14FCC190-E291-478E-8368-2D59C7163325}" type="presParOf" srcId="{BCED1BCC-A1B6-4A9B-B826-522D3C8E1951}" destId="{A4054F45-6F65-4525-9FA6-D152953D94C6}" srcOrd="1" destOrd="0" presId="urn:microsoft.com/office/officeart/2005/8/layout/orgChart1"/>
    <dgm:cxn modelId="{C368EDE2-4F90-4B31-84E2-F960802C9E37}" type="presParOf" srcId="{A4054F45-6F65-4525-9FA6-D152953D94C6}" destId="{63D8AE6E-3E3E-469E-8845-20C6AE399395}" srcOrd="0" destOrd="0" presId="urn:microsoft.com/office/officeart/2005/8/layout/orgChart1"/>
    <dgm:cxn modelId="{AA7F37F7-0831-4C82-9E57-0B8DCD7A3F68}" type="presParOf" srcId="{63D8AE6E-3E3E-469E-8845-20C6AE399395}" destId="{0D727173-BA4E-4CCB-8B0F-4C634E216DE6}" srcOrd="0" destOrd="0" presId="urn:microsoft.com/office/officeart/2005/8/layout/orgChart1"/>
    <dgm:cxn modelId="{64FDA7B1-8B1C-40E2-94F8-8CBEF1D1C2B1}" type="presParOf" srcId="{63D8AE6E-3E3E-469E-8845-20C6AE399395}" destId="{F9412C60-0899-4E3B-90BD-6691EB4D64E1}" srcOrd="1" destOrd="0" presId="urn:microsoft.com/office/officeart/2005/8/layout/orgChart1"/>
    <dgm:cxn modelId="{4C1D57D2-15EF-4311-94D3-2929231502C8}" type="presParOf" srcId="{A4054F45-6F65-4525-9FA6-D152953D94C6}" destId="{E1E65CED-4802-4F92-9C19-81F8DA642A54}" srcOrd="1" destOrd="0" presId="urn:microsoft.com/office/officeart/2005/8/layout/orgChart1"/>
    <dgm:cxn modelId="{70417FB8-4F0D-4A0A-A439-709A03973D8B}" type="presParOf" srcId="{A4054F45-6F65-4525-9FA6-D152953D94C6}" destId="{FF7E156A-3E42-4545-AE21-E3018F0B31C8}" srcOrd="2" destOrd="0" presId="urn:microsoft.com/office/officeart/2005/8/layout/orgChart1"/>
    <dgm:cxn modelId="{B8D78F82-A772-48EE-83F5-3DF79D8F277C}" type="presParOf" srcId="{29D9C8FB-DDBB-457E-8B98-4457412E15C6}" destId="{44D5362A-91EC-46A4-9E20-23E1860A91F7}" srcOrd="2" destOrd="0" presId="urn:microsoft.com/office/officeart/2005/8/layout/orgChart1"/>
    <dgm:cxn modelId="{D8F09AE8-B7C1-49E0-98D3-C5B43D0268C9}" type="presParOf" srcId="{C7A7E250-DC36-453F-B902-5D4028262531}" destId="{B7A0D97E-1FCD-4D6E-8B91-C9B58CA7BFFF}" srcOrd="2" destOrd="0" presId="urn:microsoft.com/office/officeart/2005/8/layout/orgChart1"/>
    <dgm:cxn modelId="{5F155CDA-0746-4854-B002-194B992D1390}" type="presParOf" srcId="{E299270F-C15B-4751-9AE2-DD097EDC3A38}" destId="{8B8733FA-C132-43EF-9F2C-DAE5499B97A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3"/>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3"/>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3"/>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3"/>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3"/>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3"/>
      <dgm:spPr/>
    </dgm:pt>
    <dgm:pt modelId="{E1C57D5C-EAE2-4F10-AFCC-52FCB6C6170F}" type="pres">
      <dgm:prSet presAssocID="{F52BC77B-23FD-4A59-A89B-6C0D038CF672}"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921225" y="2028497"/>
          <a:ext cx="1581830" cy="324478"/>
        </a:xfrm>
        <a:custGeom>
          <a:avLst/>
          <a:gdLst/>
          <a:ahLst/>
          <a:cxnLst/>
          <a:rect l="0" t="0" r="0" b="0"/>
          <a:pathLst>
            <a:path>
              <a:moveTo>
                <a:pt x="1581830" y="0"/>
              </a:moveTo>
              <a:lnTo>
                <a:pt x="1581830"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431282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4336588" y="2376734"/>
        <a:ext cx="1169274" cy="763677"/>
      </dsp:txXfrm>
    </dsp:sp>
    <dsp:sp modelId="{F1A335A8-09DC-4637-B0BC-BAD91F94B0BB}">
      <dsp:nvSpPr>
        <dsp:cNvPr id="0" name=""/>
        <dsp:cNvSpPr/>
      </dsp:nvSpPr>
      <dsp:spPr>
        <a:xfrm>
          <a:off x="6457336" y="2028497"/>
          <a:ext cx="91440" cy="324478"/>
        </a:xfrm>
        <a:custGeom>
          <a:avLst/>
          <a:gdLst/>
          <a:ahLst/>
          <a:cxnLst/>
          <a:rect l="0" t="0" r="0" b="0"/>
          <a:pathLst>
            <a:path>
              <a:moveTo>
                <a:pt x="45720" y="0"/>
              </a:moveTo>
              <a:lnTo>
                <a:pt x="4572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89465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918418" y="2376734"/>
        <a:ext cx="1169274" cy="763677"/>
      </dsp:txXfrm>
    </dsp:sp>
    <dsp:sp modelId="{52616D5C-ED52-4255-90A3-CFDFCA8B4A1B}">
      <dsp:nvSpPr>
        <dsp:cNvPr id="0" name=""/>
        <dsp:cNvSpPr/>
      </dsp:nvSpPr>
      <dsp:spPr>
        <a:xfrm>
          <a:off x="6503056" y="2028497"/>
          <a:ext cx="1581830" cy="324478"/>
        </a:xfrm>
        <a:custGeom>
          <a:avLst/>
          <a:gdLst/>
          <a:ahLst/>
          <a:cxnLst/>
          <a:rect l="0" t="0" r="0" b="0"/>
          <a:pathLst>
            <a:path>
              <a:moveTo>
                <a:pt x="0" y="0"/>
              </a:moveTo>
              <a:lnTo>
                <a:pt x="0" y="162239"/>
              </a:lnTo>
              <a:lnTo>
                <a:pt x="1581830" y="162239"/>
              </a:lnTo>
              <a:lnTo>
                <a:pt x="158183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7476490"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7500249" y="2376734"/>
        <a:ext cx="1169274" cy="763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921225" y="2028497"/>
          <a:ext cx="1581830" cy="324478"/>
        </a:xfrm>
        <a:custGeom>
          <a:avLst/>
          <a:gdLst/>
          <a:ahLst/>
          <a:cxnLst/>
          <a:rect l="0" t="0" r="0" b="0"/>
          <a:pathLst>
            <a:path>
              <a:moveTo>
                <a:pt x="1581830" y="0"/>
              </a:moveTo>
              <a:lnTo>
                <a:pt x="1581830"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431282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4336588" y="2376734"/>
        <a:ext cx="1169274" cy="763677"/>
      </dsp:txXfrm>
    </dsp:sp>
    <dsp:sp modelId="{F1A335A8-09DC-4637-B0BC-BAD91F94B0BB}">
      <dsp:nvSpPr>
        <dsp:cNvPr id="0" name=""/>
        <dsp:cNvSpPr/>
      </dsp:nvSpPr>
      <dsp:spPr>
        <a:xfrm>
          <a:off x="6457336" y="2028497"/>
          <a:ext cx="91440" cy="324478"/>
        </a:xfrm>
        <a:custGeom>
          <a:avLst/>
          <a:gdLst/>
          <a:ahLst/>
          <a:cxnLst/>
          <a:rect l="0" t="0" r="0" b="0"/>
          <a:pathLst>
            <a:path>
              <a:moveTo>
                <a:pt x="45720" y="0"/>
              </a:moveTo>
              <a:lnTo>
                <a:pt x="4572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89465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918418" y="2376734"/>
        <a:ext cx="1169274" cy="763677"/>
      </dsp:txXfrm>
    </dsp:sp>
    <dsp:sp modelId="{52616D5C-ED52-4255-90A3-CFDFCA8B4A1B}">
      <dsp:nvSpPr>
        <dsp:cNvPr id="0" name=""/>
        <dsp:cNvSpPr/>
      </dsp:nvSpPr>
      <dsp:spPr>
        <a:xfrm>
          <a:off x="6503056" y="2028497"/>
          <a:ext cx="1581830" cy="324478"/>
        </a:xfrm>
        <a:custGeom>
          <a:avLst/>
          <a:gdLst/>
          <a:ahLst/>
          <a:cxnLst/>
          <a:rect l="0" t="0" r="0" b="0"/>
          <a:pathLst>
            <a:path>
              <a:moveTo>
                <a:pt x="0" y="0"/>
              </a:moveTo>
              <a:lnTo>
                <a:pt x="0" y="162239"/>
              </a:lnTo>
              <a:lnTo>
                <a:pt x="1581830" y="162239"/>
              </a:lnTo>
              <a:lnTo>
                <a:pt x="158183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7476490"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7500249" y="2376734"/>
        <a:ext cx="1169274" cy="7636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921225" y="2028497"/>
          <a:ext cx="1581830" cy="324478"/>
        </a:xfrm>
        <a:custGeom>
          <a:avLst/>
          <a:gdLst/>
          <a:ahLst/>
          <a:cxnLst/>
          <a:rect l="0" t="0" r="0" b="0"/>
          <a:pathLst>
            <a:path>
              <a:moveTo>
                <a:pt x="1581830" y="0"/>
              </a:moveTo>
              <a:lnTo>
                <a:pt x="1581830"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431282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4336588" y="2376734"/>
        <a:ext cx="1169274" cy="763677"/>
      </dsp:txXfrm>
    </dsp:sp>
    <dsp:sp modelId="{F1A335A8-09DC-4637-B0BC-BAD91F94B0BB}">
      <dsp:nvSpPr>
        <dsp:cNvPr id="0" name=""/>
        <dsp:cNvSpPr/>
      </dsp:nvSpPr>
      <dsp:spPr>
        <a:xfrm>
          <a:off x="6457336" y="2028497"/>
          <a:ext cx="91440" cy="324478"/>
        </a:xfrm>
        <a:custGeom>
          <a:avLst/>
          <a:gdLst/>
          <a:ahLst/>
          <a:cxnLst/>
          <a:rect l="0" t="0" r="0" b="0"/>
          <a:pathLst>
            <a:path>
              <a:moveTo>
                <a:pt x="45720" y="0"/>
              </a:moveTo>
              <a:lnTo>
                <a:pt x="4572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89465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918418" y="2376734"/>
        <a:ext cx="1169274" cy="763677"/>
      </dsp:txXfrm>
    </dsp:sp>
    <dsp:sp modelId="{52616D5C-ED52-4255-90A3-CFDFCA8B4A1B}">
      <dsp:nvSpPr>
        <dsp:cNvPr id="0" name=""/>
        <dsp:cNvSpPr/>
      </dsp:nvSpPr>
      <dsp:spPr>
        <a:xfrm>
          <a:off x="6503056" y="2028497"/>
          <a:ext cx="1581830" cy="324478"/>
        </a:xfrm>
        <a:custGeom>
          <a:avLst/>
          <a:gdLst/>
          <a:ahLst/>
          <a:cxnLst/>
          <a:rect l="0" t="0" r="0" b="0"/>
          <a:pathLst>
            <a:path>
              <a:moveTo>
                <a:pt x="0" y="0"/>
              </a:moveTo>
              <a:lnTo>
                <a:pt x="0" y="162239"/>
              </a:lnTo>
              <a:lnTo>
                <a:pt x="1581830" y="162239"/>
              </a:lnTo>
              <a:lnTo>
                <a:pt x="158183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7476490"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7500249" y="2376734"/>
        <a:ext cx="1169274" cy="7636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ECEB46-B07B-4BCD-B4FF-AFB806F9C4C3}">
      <dsp:nvSpPr>
        <dsp:cNvPr id="0" name=""/>
        <dsp:cNvSpPr/>
      </dsp:nvSpPr>
      <dsp:spPr>
        <a:xfrm>
          <a:off x="4228703" y="3954900"/>
          <a:ext cx="308818" cy="947042"/>
        </a:xfrm>
        <a:custGeom>
          <a:avLst/>
          <a:gdLst/>
          <a:ahLst/>
          <a:cxnLst/>
          <a:rect l="0" t="0" r="0" b="0"/>
          <a:pathLst>
            <a:path>
              <a:moveTo>
                <a:pt x="0" y="0"/>
              </a:moveTo>
              <a:lnTo>
                <a:pt x="0" y="947042"/>
              </a:lnTo>
              <a:lnTo>
                <a:pt x="308818" y="9470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44ADBC-1BD6-49CA-9A22-261E8DD8BE14}">
      <dsp:nvSpPr>
        <dsp:cNvPr id="0" name=""/>
        <dsp:cNvSpPr/>
      </dsp:nvSpPr>
      <dsp:spPr>
        <a:xfrm>
          <a:off x="3806651" y="2493160"/>
          <a:ext cx="1245567" cy="432345"/>
        </a:xfrm>
        <a:custGeom>
          <a:avLst/>
          <a:gdLst/>
          <a:ahLst/>
          <a:cxnLst/>
          <a:rect l="0" t="0" r="0" b="0"/>
          <a:pathLst>
            <a:path>
              <a:moveTo>
                <a:pt x="0" y="0"/>
              </a:moveTo>
              <a:lnTo>
                <a:pt x="0" y="216172"/>
              </a:lnTo>
              <a:lnTo>
                <a:pt x="1245567" y="216172"/>
              </a:lnTo>
              <a:lnTo>
                <a:pt x="1245567" y="4323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FE532E-F1EA-408D-916F-6DDB3C667C95}">
      <dsp:nvSpPr>
        <dsp:cNvPr id="0" name=""/>
        <dsp:cNvSpPr/>
      </dsp:nvSpPr>
      <dsp:spPr>
        <a:xfrm>
          <a:off x="1737568" y="3954900"/>
          <a:ext cx="308818" cy="947042"/>
        </a:xfrm>
        <a:custGeom>
          <a:avLst/>
          <a:gdLst/>
          <a:ahLst/>
          <a:cxnLst/>
          <a:rect l="0" t="0" r="0" b="0"/>
          <a:pathLst>
            <a:path>
              <a:moveTo>
                <a:pt x="0" y="0"/>
              </a:moveTo>
              <a:lnTo>
                <a:pt x="0" y="947042"/>
              </a:lnTo>
              <a:lnTo>
                <a:pt x="308818" y="9470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44C1E5-75BD-49B9-8813-2967A318A82D}">
      <dsp:nvSpPr>
        <dsp:cNvPr id="0" name=""/>
        <dsp:cNvSpPr/>
      </dsp:nvSpPr>
      <dsp:spPr>
        <a:xfrm>
          <a:off x="2561083" y="2493160"/>
          <a:ext cx="1245567" cy="432345"/>
        </a:xfrm>
        <a:custGeom>
          <a:avLst/>
          <a:gdLst/>
          <a:ahLst/>
          <a:cxnLst/>
          <a:rect l="0" t="0" r="0" b="0"/>
          <a:pathLst>
            <a:path>
              <a:moveTo>
                <a:pt x="1245567" y="0"/>
              </a:moveTo>
              <a:lnTo>
                <a:pt x="1245567" y="216172"/>
              </a:lnTo>
              <a:lnTo>
                <a:pt x="0" y="216172"/>
              </a:lnTo>
              <a:lnTo>
                <a:pt x="0" y="4323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3EEAA2-366A-4E2B-A514-FA89FFDF7194}">
      <dsp:nvSpPr>
        <dsp:cNvPr id="0" name=""/>
        <dsp:cNvSpPr/>
      </dsp:nvSpPr>
      <dsp:spPr>
        <a:xfrm>
          <a:off x="3760931" y="1031420"/>
          <a:ext cx="91440" cy="432345"/>
        </a:xfrm>
        <a:custGeom>
          <a:avLst/>
          <a:gdLst/>
          <a:ahLst/>
          <a:cxnLst/>
          <a:rect l="0" t="0" r="0" b="0"/>
          <a:pathLst>
            <a:path>
              <a:moveTo>
                <a:pt x="45720" y="0"/>
              </a:moveTo>
              <a:lnTo>
                <a:pt x="45720" y="4323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B26CBC-0CF8-4A0F-AF8F-0F8237C834E1}">
      <dsp:nvSpPr>
        <dsp:cNvPr id="0" name=""/>
        <dsp:cNvSpPr/>
      </dsp:nvSpPr>
      <dsp:spPr>
        <a:xfrm>
          <a:off x="2777256" y="2025"/>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All Data</a:t>
          </a:r>
        </a:p>
      </dsp:txBody>
      <dsp:txXfrm>
        <a:off x="2777256" y="2025"/>
        <a:ext cx="2058789" cy="1029394"/>
      </dsp:txXfrm>
    </dsp:sp>
    <dsp:sp modelId="{1BF34302-7E75-41C5-9628-FCB7777167D2}">
      <dsp:nvSpPr>
        <dsp:cNvPr id="0" name=""/>
        <dsp:cNvSpPr/>
      </dsp:nvSpPr>
      <dsp:spPr>
        <a:xfrm>
          <a:off x="2777256" y="1463766"/>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Split Data</a:t>
          </a:r>
        </a:p>
      </dsp:txBody>
      <dsp:txXfrm>
        <a:off x="2777256" y="1463766"/>
        <a:ext cx="2058789" cy="1029394"/>
      </dsp:txXfrm>
    </dsp:sp>
    <dsp:sp modelId="{3B094DF9-5658-48BF-B5A1-BB45E946055A}">
      <dsp:nvSpPr>
        <dsp:cNvPr id="0" name=""/>
        <dsp:cNvSpPr/>
      </dsp:nvSpPr>
      <dsp:spPr>
        <a:xfrm>
          <a:off x="1531689" y="2925506"/>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Numerical Data</a:t>
          </a:r>
        </a:p>
      </dsp:txBody>
      <dsp:txXfrm>
        <a:off x="1531689" y="2925506"/>
        <a:ext cx="2058789" cy="1029394"/>
      </dsp:txXfrm>
    </dsp:sp>
    <dsp:sp modelId="{C25E0409-3D2E-4C82-92F6-1AA217C76D69}">
      <dsp:nvSpPr>
        <dsp:cNvPr id="0" name=""/>
        <dsp:cNvSpPr/>
      </dsp:nvSpPr>
      <dsp:spPr>
        <a:xfrm>
          <a:off x="2046386" y="4387246"/>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Scale</a:t>
          </a:r>
        </a:p>
      </dsp:txBody>
      <dsp:txXfrm>
        <a:off x="2046386" y="4387246"/>
        <a:ext cx="2058789" cy="1029394"/>
      </dsp:txXfrm>
    </dsp:sp>
    <dsp:sp modelId="{0527302F-10B7-4D6D-8D13-3504A27A1553}">
      <dsp:nvSpPr>
        <dsp:cNvPr id="0" name=""/>
        <dsp:cNvSpPr/>
      </dsp:nvSpPr>
      <dsp:spPr>
        <a:xfrm>
          <a:off x="4022824" y="2925506"/>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Categorical Data</a:t>
          </a:r>
        </a:p>
      </dsp:txBody>
      <dsp:txXfrm>
        <a:off x="4022824" y="2925506"/>
        <a:ext cx="2058789" cy="1029394"/>
      </dsp:txXfrm>
    </dsp:sp>
    <dsp:sp modelId="{0D727173-BA4E-4CCB-8B0F-4C634E216DE6}">
      <dsp:nvSpPr>
        <dsp:cNvPr id="0" name=""/>
        <dsp:cNvSpPr/>
      </dsp:nvSpPr>
      <dsp:spPr>
        <a:xfrm>
          <a:off x="4537521" y="4387246"/>
          <a:ext cx="2058789" cy="1029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One Hot Encode</a:t>
          </a:r>
        </a:p>
      </dsp:txBody>
      <dsp:txXfrm>
        <a:off x="4537521" y="4387246"/>
        <a:ext cx="2058789" cy="10293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921225" y="2028497"/>
          <a:ext cx="1581830" cy="324478"/>
        </a:xfrm>
        <a:custGeom>
          <a:avLst/>
          <a:gdLst/>
          <a:ahLst/>
          <a:cxnLst/>
          <a:rect l="0" t="0" r="0" b="0"/>
          <a:pathLst>
            <a:path>
              <a:moveTo>
                <a:pt x="1581830" y="0"/>
              </a:moveTo>
              <a:lnTo>
                <a:pt x="1581830"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431282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4336588" y="2376734"/>
        <a:ext cx="1169274" cy="763677"/>
      </dsp:txXfrm>
    </dsp:sp>
    <dsp:sp modelId="{F1A335A8-09DC-4637-B0BC-BAD91F94B0BB}">
      <dsp:nvSpPr>
        <dsp:cNvPr id="0" name=""/>
        <dsp:cNvSpPr/>
      </dsp:nvSpPr>
      <dsp:spPr>
        <a:xfrm>
          <a:off x="6457336" y="2028497"/>
          <a:ext cx="91440" cy="324478"/>
        </a:xfrm>
        <a:custGeom>
          <a:avLst/>
          <a:gdLst/>
          <a:ahLst/>
          <a:cxnLst/>
          <a:rect l="0" t="0" r="0" b="0"/>
          <a:pathLst>
            <a:path>
              <a:moveTo>
                <a:pt x="45720" y="0"/>
              </a:moveTo>
              <a:lnTo>
                <a:pt x="4572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894659"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918418" y="2376734"/>
        <a:ext cx="1169274" cy="763677"/>
      </dsp:txXfrm>
    </dsp:sp>
    <dsp:sp modelId="{52616D5C-ED52-4255-90A3-CFDFCA8B4A1B}">
      <dsp:nvSpPr>
        <dsp:cNvPr id="0" name=""/>
        <dsp:cNvSpPr/>
      </dsp:nvSpPr>
      <dsp:spPr>
        <a:xfrm>
          <a:off x="6503056" y="2028497"/>
          <a:ext cx="1581830" cy="324478"/>
        </a:xfrm>
        <a:custGeom>
          <a:avLst/>
          <a:gdLst/>
          <a:ahLst/>
          <a:cxnLst/>
          <a:rect l="0" t="0" r="0" b="0"/>
          <a:pathLst>
            <a:path>
              <a:moveTo>
                <a:pt x="0" y="0"/>
              </a:moveTo>
              <a:lnTo>
                <a:pt x="0" y="162239"/>
              </a:lnTo>
              <a:lnTo>
                <a:pt x="1581830" y="162239"/>
              </a:lnTo>
              <a:lnTo>
                <a:pt x="158183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7476490"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7500249" y="2376734"/>
        <a:ext cx="1169274" cy="76367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2AD96-3B5B-43D8-9B5C-F15BBE040C7B}"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24840-C23E-441E-BAA4-1FDEE270CB37}" type="slidenum">
              <a:rPr lang="en-US" smtClean="0"/>
              <a:t>‹#›</a:t>
            </a:fld>
            <a:endParaRPr lang="en-US"/>
          </a:p>
        </p:txBody>
      </p:sp>
    </p:spTree>
    <p:extLst>
      <p:ext uri="{BB962C8B-B14F-4D97-AF65-F5344CB8AC3E}">
        <p14:creationId xmlns:p14="http://schemas.microsoft.com/office/powerpoint/2010/main" val="422128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1</a:t>
            </a:fld>
            <a:endParaRPr lang="en-US"/>
          </a:p>
        </p:txBody>
      </p:sp>
    </p:spTree>
    <p:extLst>
      <p:ext uri="{BB962C8B-B14F-4D97-AF65-F5344CB8AC3E}">
        <p14:creationId xmlns:p14="http://schemas.microsoft.com/office/powerpoint/2010/main" val="204993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2</a:t>
            </a:fld>
            <a:endParaRPr lang="en-US"/>
          </a:p>
        </p:txBody>
      </p:sp>
    </p:spTree>
    <p:extLst>
      <p:ext uri="{BB962C8B-B14F-4D97-AF65-F5344CB8AC3E}">
        <p14:creationId xmlns:p14="http://schemas.microsoft.com/office/powerpoint/2010/main" val="1467034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4</a:t>
            </a:fld>
            <a:endParaRPr lang="en-US"/>
          </a:p>
        </p:txBody>
      </p:sp>
    </p:spTree>
    <p:extLst>
      <p:ext uri="{BB962C8B-B14F-4D97-AF65-F5344CB8AC3E}">
        <p14:creationId xmlns:p14="http://schemas.microsoft.com/office/powerpoint/2010/main" val="279666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10</a:t>
            </a:fld>
            <a:endParaRPr lang="en-US"/>
          </a:p>
        </p:txBody>
      </p:sp>
    </p:spTree>
    <p:extLst>
      <p:ext uri="{BB962C8B-B14F-4D97-AF65-F5344CB8AC3E}">
        <p14:creationId xmlns:p14="http://schemas.microsoft.com/office/powerpoint/2010/main" val="4006508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12F6-1766-4308-4093-D43C35592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CC9D9-E00A-DADC-C80A-5C51A5D57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F8E3F-42A3-DA87-42FF-2CDE7C702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DB16D-ADC4-8DCA-CE9A-8BC883D39A4E}"/>
              </a:ext>
            </a:extLst>
          </p:cNvPr>
          <p:cNvSpPr>
            <a:spLocks noGrp="1"/>
          </p:cNvSpPr>
          <p:nvPr>
            <p:ph type="sldNum" sz="quarter" idx="5"/>
          </p:nvPr>
        </p:nvSpPr>
        <p:spPr/>
        <p:txBody>
          <a:bodyPr/>
          <a:lstStyle/>
          <a:p>
            <a:fld id="{ABDF68F4-F028-40CC-9BAD-01562F04E8B4}" type="slidenum">
              <a:rPr lang="en-US" smtClean="0"/>
              <a:t>11</a:t>
            </a:fld>
            <a:endParaRPr lang="en-US"/>
          </a:p>
        </p:txBody>
      </p:sp>
    </p:spTree>
    <p:extLst>
      <p:ext uri="{BB962C8B-B14F-4D97-AF65-F5344CB8AC3E}">
        <p14:creationId xmlns:p14="http://schemas.microsoft.com/office/powerpoint/2010/main" val="2562875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F4AD-4A83-7C5D-AEB9-E90BB8A92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30AA5-9243-1C09-6221-11E691E6F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DEE13-C9A8-A3AA-C6AD-1632CD9781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609B4-99B6-EFD5-8846-CD4B8447EC94}"/>
              </a:ext>
            </a:extLst>
          </p:cNvPr>
          <p:cNvSpPr>
            <a:spLocks noGrp="1"/>
          </p:cNvSpPr>
          <p:nvPr>
            <p:ph type="sldNum" sz="quarter" idx="5"/>
          </p:nvPr>
        </p:nvSpPr>
        <p:spPr/>
        <p:txBody>
          <a:bodyPr/>
          <a:lstStyle/>
          <a:p>
            <a:fld id="{ABDF68F4-F028-40CC-9BAD-01562F04E8B4}" type="slidenum">
              <a:rPr lang="en-US" smtClean="0"/>
              <a:t>12</a:t>
            </a:fld>
            <a:endParaRPr lang="en-US"/>
          </a:p>
        </p:txBody>
      </p:sp>
    </p:spTree>
    <p:extLst>
      <p:ext uri="{BB962C8B-B14F-4D97-AF65-F5344CB8AC3E}">
        <p14:creationId xmlns:p14="http://schemas.microsoft.com/office/powerpoint/2010/main" val="1850413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F0376-BDF4-08C8-D171-982DF48D0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84F52-4926-62C5-CBC4-7DAB14621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13B2C-52DA-5D39-C1BE-146A0F9643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5F23DC-86C0-2B86-E568-0B5BD0FF0AE5}"/>
              </a:ext>
            </a:extLst>
          </p:cNvPr>
          <p:cNvSpPr>
            <a:spLocks noGrp="1"/>
          </p:cNvSpPr>
          <p:nvPr>
            <p:ph type="sldNum" sz="quarter" idx="5"/>
          </p:nvPr>
        </p:nvSpPr>
        <p:spPr/>
        <p:txBody>
          <a:bodyPr/>
          <a:lstStyle/>
          <a:p>
            <a:fld id="{ABDF68F4-F028-40CC-9BAD-01562F04E8B4}" type="slidenum">
              <a:rPr lang="en-US" smtClean="0"/>
              <a:t>13</a:t>
            </a:fld>
            <a:endParaRPr lang="en-US"/>
          </a:p>
        </p:txBody>
      </p:sp>
    </p:spTree>
    <p:extLst>
      <p:ext uri="{BB962C8B-B14F-4D97-AF65-F5344CB8AC3E}">
        <p14:creationId xmlns:p14="http://schemas.microsoft.com/office/powerpoint/2010/main" val="3041033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4AEC-3A5A-0D03-2139-C72180EF2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8D910-2D7A-A5DB-CAC1-B773AB54C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D0A8A-85B3-60E5-08BA-DAE6BD3B5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271DBA-769B-2280-7C64-5132F7752459}"/>
              </a:ext>
            </a:extLst>
          </p:cNvPr>
          <p:cNvSpPr>
            <a:spLocks noGrp="1"/>
          </p:cNvSpPr>
          <p:nvPr>
            <p:ph type="sldNum" sz="quarter" idx="5"/>
          </p:nvPr>
        </p:nvSpPr>
        <p:spPr/>
        <p:txBody>
          <a:bodyPr/>
          <a:lstStyle/>
          <a:p>
            <a:fld id="{ABDF68F4-F028-40CC-9BAD-01562F04E8B4}" type="slidenum">
              <a:rPr lang="en-US" smtClean="0"/>
              <a:t>16</a:t>
            </a:fld>
            <a:endParaRPr lang="en-US"/>
          </a:p>
        </p:txBody>
      </p:sp>
    </p:spTree>
    <p:extLst>
      <p:ext uri="{BB962C8B-B14F-4D97-AF65-F5344CB8AC3E}">
        <p14:creationId xmlns:p14="http://schemas.microsoft.com/office/powerpoint/2010/main" val="4242912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B101-2826-2EB0-3FCB-499DAA841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24028-7488-55B2-B552-6BBBE25B1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244FB-7EDE-6CC4-2740-9FBDAEE840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C00DE6-2D51-0AB2-143F-7E95D277EA15}"/>
              </a:ext>
            </a:extLst>
          </p:cNvPr>
          <p:cNvSpPr>
            <a:spLocks noGrp="1"/>
          </p:cNvSpPr>
          <p:nvPr>
            <p:ph type="sldNum" sz="quarter" idx="5"/>
          </p:nvPr>
        </p:nvSpPr>
        <p:spPr/>
        <p:txBody>
          <a:bodyPr/>
          <a:lstStyle/>
          <a:p>
            <a:fld id="{ABDF68F4-F028-40CC-9BAD-01562F04E8B4}" type="slidenum">
              <a:rPr lang="en-US" smtClean="0"/>
              <a:t>17</a:t>
            </a:fld>
            <a:endParaRPr lang="en-US"/>
          </a:p>
        </p:txBody>
      </p:sp>
    </p:spTree>
    <p:extLst>
      <p:ext uri="{BB962C8B-B14F-4D97-AF65-F5344CB8AC3E}">
        <p14:creationId xmlns:p14="http://schemas.microsoft.com/office/powerpoint/2010/main" val="3690348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DDBD-33B0-2942-E464-70D6316A7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74B4F-8216-6BAE-2DBD-86BB4125E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4AEE9-536E-21F2-3782-8F66A7ED2A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38A04-D0E1-52AD-BFD9-E3D5858033F3}"/>
              </a:ext>
            </a:extLst>
          </p:cNvPr>
          <p:cNvSpPr>
            <a:spLocks noGrp="1"/>
          </p:cNvSpPr>
          <p:nvPr>
            <p:ph type="sldNum" sz="quarter" idx="5"/>
          </p:nvPr>
        </p:nvSpPr>
        <p:spPr/>
        <p:txBody>
          <a:bodyPr/>
          <a:lstStyle/>
          <a:p>
            <a:fld id="{ABDF68F4-F028-40CC-9BAD-01562F04E8B4}" type="slidenum">
              <a:rPr lang="en-US" smtClean="0"/>
              <a:t>18</a:t>
            </a:fld>
            <a:endParaRPr lang="en-US"/>
          </a:p>
        </p:txBody>
      </p:sp>
    </p:spTree>
    <p:extLst>
      <p:ext uri="{BB962C8B-B14F-4D97-AF65-F5344CB8AC3E}">
        <p14:creationId xmlns:p14="http://schemas.microsoft.com/office/powerpoint/2010/main" val="161998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21BAA-42C9-F16F-91CD-306FBB7AF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831F3-CED3-8BCD-BFF8-11C424803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57F72-523F-702B-1AAA-70EE6709F0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A6814E-AE12-0852-5030-F9CCDD143C78}"/>
              </a:ext>
            </a:extLst>
          </p:cNvPr>
          <p:cNvSpPr>
            <a:spLocks noGrp="1"/>
          </p:cNvSpPr>
          <p:nvPr>
            <p:ph type="sldNum" sz="quarter" idx="5"/>
          </p:nvPr>
        </p:nvSpPr>
        <p:spPr/>
        <p:txBody>
          <a:bodyPr/>
          <a:lstStyle/>
          <a:p>
            <a:fld id="{ABDF68F4-F028-40CC-9BAD-01562F04E8B4}" type="slidenum">
              <a:rPr lang="en-US" smtClean="0"/>
              <a:t>19</a:t>
            </a:fld>
            <a:endParaRPr lang="en-US"/>
          </a:p>
        </p:txBody>
      </p:sp>
    </p:spTree>
    <p:extLst>
      <p:ext uri="{BB962C8B-B14F-4D97-AF65-F5344CB8AC3E}">
        <p14:creationId xmlns:p14="http://schemas.microsoft.com/office/powerpoint/2010/main" val="633996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C788-8626-C569-2B8A-16C128D49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9CD58-DEFA-280A-8C30-AE4604AC8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AC751-75F2-EC97-6BBC-60DE20648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94A402-C254-6AEE-623A-BF3D176E256A}"/>
              </a:ext>
            </a:extLst>
          </p:cNvPr>
          <p:cNvSpPr>
            <a:spLocks noGrp="1"/>
          </p:cNvSpPr>
          <p:nvPr>
            <p:ph type="sldNum" sz="quarter" idx="5"/>
          </p:nvPr>
        </p:nvSpPr>
        <p:spPr/>
        <p:txBody>
          <a:bodyPr/>
          <a:lstStyle/>
          <a:p>
            <a:fld id="{ABDF68F4-F028-40CC-9BAD-01562F04E8B4}" type="slidenum">
              <a:rPr lang="en-US" smtClean="0"/>
              <a:t>24</a:t>
            </a:fld>
            <a:endParaRPr lang="en-US"/>
          </a:p>
        </p:txBody>
      </p:sp>
    </p:spTree>
    <p:extLst>
      <p:ext uri="{BB962C8B-B14F-4D97-AF65-F5344CB8AC3E}">
        <p14:creationId xmlns:p14="http://schemas.microsoft.com/office/powerpoint/2010/main" val="2120743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4953000"/>
            <a:ext cx="10789920" cy="786384"/>
          </a:xfrm>
        </p:spPr>
        <p:txBody>
          <a:bodyPr vert="horz" lIns="91440" tIns="45720" rIns="91440" bIns="45720" rtlCol="0" anchor="b">
            <a:normAutofit/>
          </a:bodyPr>
          <a:lstStyle>
            <a:lvl1pPr>
              <a:defRPr lang="en-US" sz="4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5723056"/>
            <a:ext cx="10789920" cy="365125"/>
          </a:xfrm>
        </p:spPr>
        <p:txBody>
          <a:bodyPr vert="horz" lIns="91440" tIns="45720" rIns="91440" bIns="45720" rtlCol="0">
            <a:normAutofit/>
          </a:bodyPr>
          <a:lstStyle>
            <a:lvl1pPr marL="0" indent="0">
              <a:buNone/>
              <a:defRPr lang="en-US" sz="1600" dirty="0">
                <a:solidFill>
                  <a:schemeClr val="accent5"/>
                </a:solidFill>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75488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C85E6B85-DD51-B9C3-1A0F-526FD2B32B95}"/>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14" name="Date Placeholder 13">
            <a:extLst>
              <a:ext uri="{FF2B5EF4-FFF2-40B4-BE49-F238E27FC236}">
                <a16:creationId xmlns:a16="http://schemas.microsoft.com/office/drawing/2014/main" id="{34483B51-BAEC-F543-9306-DB4C7AF5BD2C}"/>
              </a:ext>
            </a:extLst>
          </p:cNvPr>
          <p:cNvSpPr>
            <a:spLocks noGrp="1"/>
          </p:cNvSpPr>
          <p:nvPr>
            <p:ph type="dt" sz="half" idx="14"/>
          </p:nvPr>
        </p:nvSpPr>
        <p:spPr/>
        <p:txBody>
          <a:bodyPr/>
          <a:lstStyle>
            <a:lvl1pPr>
              <a:defRPr b="0">
                <a:solidFill>
                  <a:schemeClr val="accent5"/>
                </a:solidFill>
              </a:defRPr>
            </a:lvl1pPr>
          </a:lstStyle>
          <a:p>
            <a:fld id="{B72EA355-EE8B-47EB-B6F6-9F5690AE9D78}" type="datetime1">
              <a:rPr lang="en-US" smtClean="0"/>
              <a:t>5/5/2026</a:t>
            </a:fld>
            <a:endParaRPr lang="en-US" b="0" dirty="0"/>
          </a:p>
        </p:txBody>
      </p:sp>
      <p:sp>
        <p:nvSpPr>
          <p:cNvPr id="16" name="Slide Number Placeholder 15">
            <a:extLst>
              <a:ext uri="{FF2B5EF4-FFF2-40B4-BE49-F238E27FC236}">
                <a16:creationId xmlns:a16="http://schemas.microsoft.com/office/drawing/2014/main" id="{49BFBAB6-9C99-43B8-8C8A-FF7580EA82CC}"/>
              </a:ext>
            </a:extLst>
          </p:cNvPr>
          <p:cNvSpPr>
            <a:spLocks noGrp="1"/>
          </p:cNvSpPr>
          <p:nvPr>
            <p:ph type="sldNum" sz="quarter" idx="16"/>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944264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7A6B1363-C680-CD66-D9AB-FC7F9B2AAE5B}"/>
              </a:ext>
            </a:extLst>
          </p:cNvPr>
          <p:cNvSpPr>
            <a:spLocks noGrp="1"/>
          </p:cNvSpPr>
          <p:nvPr>
            <p:ph type="ftr" sz="quarter" idx="11"/>
          </p:nvPr>
        </p:nvSpPr>
        <p:spPr/>
        <p:txBody>
          <a:bodyPr/>
          <a:lstStyle/>
          <a:p>
            <a:endParaRPr lang="en-US" sz="900" dirty="0"/>
          </a:p>
        </p:txBody>
      </p:sp>
      <p:sp>
        <p:nvSpPr>
          <p:cNvPr id="13" name="Date Placeholder 12">
            <a:extLst>
              <a:ext uri="{FF2B5EF4-FFF2-40B4-BE49-F238E27FC236}">
                <a16:creationId xmlns:a16="http://schemas.microsoft.com/office/drawing/2014/main" id="{6BAC46A9-8368-539A-C6C7-283FD86450D0}"/>
              </a:ext>
            </a:extLst>
          </p:cNvPr>
          <p:cNvSpPr>
            <a:spLocks noGrp="1"/>
          </p:cNvSpPr>
          <p:nvPr>
            <p:ph type="dt" sz="half" idx="10"/>
          </p:nvPr>
        </p:nvSpPr>
        <p:spPr/>
        <p:txBody>
          <a:bodyPr/>
          <a:lstStyle/>
          <a:p>
            <a:fld id="{9B11A2B0-8AEA-48A8-ADCF-9BF4BC70A109}" type="datetime1">
              <a:rPr lang="en-US" smtClean="0"/>
              <a:t>5/5/2026</a:t>
            </a:fld>
            <a:endParaRPr lang="en-US" sz="900" dirty="0"/>
          </a:p>
        </p:txBody>
      </p:sp>
      <p:sp>
        <p:nvSpPr>
          <p:cNvPr id="15" name="Slide Number Placeholder 14">
            <a:extLst>
              <a:ext uri="{FF2B5EF4-FFF2-40B4-BE49-F238E27FC236}">
                <a16:creationId xmlns:a16="http://schemas.microsoft.com/office/drawing/2014/main" id="{134031AA-21A9-A2B8-A1F5-5B84DB24753A}"/>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871651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2400" y="685800"/>
            <a:ext cx="3749040" cy="3931920"/>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2400" y="4870174"/>
            <a:ext cx="3749040" cy="1033669"/>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CBBFAB2B-01D7-D044-2081-96C1458C67AF}"/>
              </a:ext>
            </a:extLst>
          </p:cNvPr>
          <p:cNvSpPr>
            <a:spLocks noGrp="1"/>
          </p:cNvSpPr>
          <p:nvPr>
            <p:ph type="ftr" sz="quarter" idx="16"/>
          </p:nvPr>
        </p:nvSpPr>
        <p:spPr>
          <a:xfrm>
            <a:off x="7772400" y="6309360"/>
            <a:ext cx="2438400"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FD41E24D-9DF2-8567-C427-B7D499C23E3A}"/>
              </a:ext>
            </a:extLst>
          </p:cNvPr>
          <p:cNvSpPr>
            <a:spLocks noGrp="1"/>
          </p:cNvSpPr>
          <p:nvPr>
            <p:ph type="dt" sz="half" idx="15"/>
          </p:nvPr>
        </p:nvSpPr>
        <p:spPr/>
        <p:txBody>
          <a:bodyPr/>
          <a:lstStyle>
            <a:lvl1pPr>
              <a:defRPr b="0">
                <a:solidFill>
                  <a:schemeClr val="accent5"/>
                </a:solidFill>
              </a:defRPr>
            </a:lvl1pPr>
          </a:lstStyle>
          <a:p>
            <a:fld id="{9AF3CDB6-BDF2-45D0-906F-F1140CF129F5}" type="datetime1">
              <a:rPr lang="en-US" smtClean="0"/>
              <a:t>5/5/2026</a:t>
            </a:fld>
            <a:endParaRPr lang="en-US" dirty="0"/>
          </a:p>
        </p:txBody>
      </p:sp>
      <p:sp>
        <p:nvSpPr>
          <p:cNvPr id="18" name="Slide Number Placeholder 17">
            <a:extLst>
              <a:ext uri="{FF2B5EF4-FFF2-40B4-BE49-F238E27FC236}">
                <a16:creationId xmlns:a16="http://schemas.microsoft.com/office/drawing/2014/main" id="{C19C57A0-3CC0-974C-F999-A01B7DF19516}"/>
              </a:ext>
            </a:extLst>
          </p:cNvPr>
          <p:cNvSpPr>
            <a:spLocks noGrp="1"/>
          </p:cNvSpPr>
          <p:nvPr>
            <p:ph type="sldNum" sz="quarter" idx="17"/>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3654540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0" y="685800"/>
            <a:ext cx="3566160" cy="3571125"/>
          </a:xfrm>
        </p:spPr>
        <p:txBody>
          <a:bodyPr vert="horz" lIns="91440" tIns="45720" rIns="91440" bIns="45720" rtlCol="0" anchor="b">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0" y="4403039"/>
            <a:ext cx="3566160" cy="1123122"/>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E9AF9E37-EACE-569E-F110-B4E3F4EF7137}"/>
              </a:ext>
            </a:extLst>
          </p:cNvPr>
          <p:cNvSpPr>
            <a:spLocks noGrp="1"/>
          </p:cNvSpPr>
          <p:nvPr>
            <p:ph type="ftr" sz="quarter" idx="16"/>
          </p:nvPr>
        </p:nvSpPr>
        <p:spPr>
          <a:xfrm>
            <a:off x="7955280" y="6309360"/>
            <a:ext cx="1444752" cy="548640"/>
          </a:xfrm>
        </p:spPr>
        <p:txBody>
          <a:bodyPr lIns="91440" rIns="91440"/>
          <a:lstStyle>
            <a:lvl1pPr>
              <a:defRPr b="0">
                <a:solidFill>
                  <a:schemeClr val="accent5"/>
                </a:solidFill>
              </a:defRPr>
            </a:lvl1pPr>
          </a:lstStyle>
          <a:p>
            <a:pPr algn="l"/>
            <a:endParaRPr lang="en-US" dirty="0"/>
          </a:p>
        </p:txBody>
      </p:sp>
      <p:sp>
        <p:nvSpPr>
          <p:cNvPr id="10" name="Date Placeholder 9">
            <a:extLst>
              <a:ext uri="{FF2B5EF4-FFF2-40B4-BE49-F238E27FC236}">
                <a16:creationId xmlns:a16="http://schemas.microsoft.com/office/drawing/2014/main" id="{AE4E592C-EE16-8366-A0CD-55B2C02F5479}"/>
              </a:ext>
            </a:extLst>
          </p:cNvPr>
          <p:cNvSpPr>
            <a:spLocks noGrp="1"/>
          </p:cNvSpPr>
          <p:nvPr>
            <p:ph type="dt" sz="half" idx="15"/>
          </p:nvPr>
        </p:nvSpPr>
        <p:spPr/>
        <p:txBody>
          <a:bodyPr/>
          <a:lstStyle>
            <a:lvl1pPr>
              <a:defRPr b="0">
                <a:solidFill>
                  <a:schemeClr val="accent5"/>
                </a:solidFill>
              </a:defRPr>
            </a:lvl1pPr>
          </a:lstStyle>
          <a:p>
            <a:fld id="{354E8BB4-B99D-4B89-B4C3-64F28ED9A009}" type="datetime1">
              <a:rPr lang="en-US" smtClean="0"/>
              <a:t>5/5/2026</a:t>
            </a:fld>
            <a:endParaRPr lang="en-US" dirty="0"/>
          </a:p>
        </p:txBody>
      </p:sp>
      <p:sp>
        <p:nvSpPr>
          <p:cNvPr id="12" name="Slide Number Placeholder 11">
            <a:extLst>
              <a:ext uri="{FF2B5EF4-FFF2-40B4-BE49-F238E27FC236}">
                <a16:creationId xmlns:a16="http://schemas.microsoft.com/office/drawing/2014/main" id="{45B859B5-326B-1048-3F2A-01A6A3F1AA9D}"/>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08793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3840480" cy="3331896"/>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492488"/>
            <a:ext cx="3840480" cy="1411356"/>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a:t>Click to edit Master subtitle style</a:t>
            </a:r>
            <a:endParaRPr lang="en-US" dirty="0"/>
          </a:p>
        </p:txBody>
      </p:sp>
      <p:sp>
        <p:nvSpPr>
          <p:cNvPr id="17" name="Footer Placeholder 16">
            <a:extLst>
              <a:ext uri="{FF2B5EF4-FFF2-40B4-BE49-F238E27FC236}">
                <a16:creationId xmlns:a16="http://schemas.microsoft.com/office/drawing/2014/main" id="{ACFD9A81-0421-82B4-DD18-3A7E76292FA4}"/>
              </a:ext>
            </a:extLst>
          </p:cNvPr>
          <p:cNvSpPr>
            <a:spLocks noGrp="1"/>
          </p:cNvSpPr>
          <p:nvPr>
            <p:ph type="ftr" sz="quarter" idx="15"/>
          </p:nvPr>
        </p:nvSpPr>
        <p:spPr>
          <a:xfrm>
            <a:off x="685800" y="6309360"/>
            <a:ext cx="1444752"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C2B408D8-3BD4-92A7-A0AE-86B7B718611C}"/>
              </a:ext>
            </a:extLst>
          </p:cNvPr>
          <p:cNvSpPr>
            <a:spLocks noGrp="1"/>
          </p:cNvSpPr>
          <p:nvPr>
            <p:ph type="dt" sz="half" idx="14"/>
          </p:nvPr>
        </p:nvSpPr>
        <p:spPr>
          <a:xfrm>
            <a:off x="3611880" y="6323874"/>
            <a:ext cx="914400" cy="548640"/>
          </a:xfrm>
        </p:spPr>
        <p:txBody>
          <a:bodyPr lIns="91440" rIns="91440"/>
          <a:lstStyle>
            <a:lvl1pPr algn="r">
              <a:defRPr b="0">
                <a:solidFill>
                  <a:schemeClr val="accent5"/>
                </a:solidFill>
              </a:defRPr>
            </a:lvl1pPr>
          </a:lstStyle>
          <a:p>
            <a:fld id="{16CEBE68-93CA-46D7-A645-3ACEC090DF3D}" type="datetime1">
              <a:rPr lang="en-US" smtClean="0"/>
              <a:t>5/5/2026</a:t>
            </a:fld>
            <a:endParaRPr lang="en-US" b="0"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0"/>
            <a:ext cx="7080426"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8" name="Slide Number Placeholder 17">
            <a:extLst>
              <a:ext uri="{FF2B5EF4-FFF2-40B4-BE49-F238E27FC236}">
                <a16:creationId xmlns:a16="http://schemas.microsoft.com/office/drawing/2014/main" id="{B63CD4FA-3BB5-C3C1-C3D6-A8F03DDBD11D}"/>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17997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3276600"/>
            <a:ext cx="3657600" cy="2845567"/>
          </a:xfrm>
        </p:spPr>
        <p:txBody>
          <a:bodyPr vert="horz" lIns="91440" tIns="45720" rIns="91440" bIns="45720" rtlCol="0" anchor="t" anchorCtr="0">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685802"/>
            <a:ext cx="3657600" cy="2113720"/>
          </a:xfrm>
        </p:spPr>
        <p:txBody>
          <a:bodyPr vert="horz" lIns="91440" tIns="45720" rIns="91440" bIns="45720" rtlCol="0" anchor="b" anchorCtr="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F9954665-4AE4-E66F-CBDA-FAA767B9F915}"/>
              </a:ext>
            </a:extLst>
          </p:cNvPr>
          <p:cNvSpPr>
            <a:spLocks noGrp="1"/>
          </p:cNvSpPr>
          <p:nvPr>
            <p:ph type="ftr" sz="quarter" idx="16"/>
          </p:nvPr>
        </p:nvSpPr>
        <p:spPr>
          <a:xfrm>
            <a:off x="7846390" y="6309360"/>
            <a:ext cx="1444752" cy="548640"/>
          </a:xfrm>
        </p:spPr>
        <p:txBody>
          <a:bodyPr lIns="91440" rIns="91440"/>
          <a:lstStyle>
            <a:lvl1pPr algn="l">
              <a:defRPr b="0">
                <a:solidFill>
                  <a:schemeClr val="accent5"/>
                </a:solidFill>
              </a:defRPr>
            </a:lvl1pPr>
          </a:lstStyle>
          <a:p>
            <a:endParaRPr lang="en-US" dirty="0"/>
          </a:p>
        </p:txBody>
      </p:sp>
      <p:sp>
        <p:nvSpPr>
          <p:cNvPr id="12" name="Date Placeholder 11">
            <a:extLst>
              <a:ext uri="{FF2B5EF4-FFF2-40B4-BE49-F238E27FC236}">
                <a16:creationId xmlns:a16="http://schemas.microsoft.com/office/drawing/2014/main" id="{23B3ED0A-0283-8DBC-399B-76A88525B9D5}"/>
              </a:ext>
            </a:extLst>
          </p:cNvPr>
          <p:cNvSpPr>
            <a:spLocks noGrp="1"/>
          </p:cNvSpPr>
          <p:nvPr>
            <p:ph type="dt" sz="half" idx="15"/>
          </p:nvPr>
        </p:nvSpPr>
        <p:spPr/>
        <p:txBody>
          <a:bodyPr/>
          <a:lstStyle>
            <a:lvl1pPr>
              <a:defRPr b="0">
                <a:solidFill>
                  <a:schemeClr val="accent5"/>
                </a:solidFill>
              </a:defRPr>
            </a:lvl1pPr>
          </a:lstStyle>
          <a:p>
            <a:fld id="{E319002B-B66D-4569-8873-D242A1F75CC8}" type="datetime1">
              <a:rPr lang="en-US" smtClean="0"/>
              <a:t>5/5/2026</a:t>
            </a:fld>
            <a:endParaRPr lang="en-US" dirty="0"/>
          </a:p>
        </p:txBody>
      </p:sp>
      <p:sp>
        <p:nvSpPr>
          <p:cNvPr id="15" name="Slide Number Placeholder 14">
            <a:extLst>
              <a:ext uri="{FF2B5EF4-FFF2-40B4-BE49-F238E27FC236}">
                <a16:creationId xmlns:a16="http://schemas.microsoft.com/office/drawing/2014/main" id="{ABEFD957-C473-4A3C-F70B-A30911A5B7C8}"/>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0899131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9598152" cy="4144566"/>
          </a:xfrm>
        </p:spPr>
        <p:txBody>
          <a:bodyPr vert="horz" lIns="91440" tIns="45720" rIns="91440" bIns="45720" rtlCol="0" anchor="t">
            <a:normAutofit/>
          </a:bodyPr>
          <a:lstStyle>
            <a:lvl1pPr>
              <a:defRPr lang="en-US" sz="8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937760"/>
            <a:ext cx="7769354" cy="960120"/>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62B026E3-ACB9-D9C1-D585-AFCCE9F7F232}"/>
              </a:ext>
            </a:extLst>
          </p:cNvPr>
          <p:cNvSpPr>
            <a:spLocks noGrp="1"/>
          </p:cNvSpPr>
          <p:nvPr>
            <p:ph type="ftr" sz="quarter" idx="11"/>
          </p:nvPr>
        </p:nvSpPr>
        <p:spPr/>
        <p:txBody>
          <a:bodyPr/>
          <a:lstStyle>
            <a:lvl1pPr>
              <a:defRPr b="0">
                <a:solidFill>
                  <a:schemeClr val="accent5"/>
                </a:solidFill>
              </a:defRPr>
            </a:lvl1pPr>
          </a:lstStyle>
          <a:p>
            <a:endParaRPr lang="en-US" dirty="0"/>
          </a:p>
        </p:txBody>
      </p:sp>
      <p:sp>
        <p:nvSpPr>
          <p:cNvPr id="8" name="Date Placeholder 7">
            <a:extLst>
              <a:ext uri="{FF2B5EF4-FFF2-40B4-BE49-F238E27FC236}">
                <a16:creationId xmlns:a16="http://schemas.microsoft.com/office/drawing/2014/main" id="{E7178590-69EB-0C65-77A9-FA70F7756C96}"/>
              </a:ext>
            </a:extLst>
          </p:cNvPr>
          <p:cNvSpPr>
            <a:spLocks noGrp="1"/>
          </p:cNvSpPr>
          <p:nvPr>
            <p:ph type="dt" sz="half" idx="10"/>
          </p:nvPr>
        </p:nvSpPr>
        <p:spPr/>
        <p:txBody>
          <a:bodyPr/>
          <a:lstStyle>
            <a:lvl1pPr>
              <a:defRPr b="0">
                <a:solidFill>
                  <a:schemeClr val="accent5"/>
                </a:solidFill>
              </a:defRPr>
            </a:lvl1pPr>
          </a:lstStyle>
          <a:p>
            <a:fld id="{FFDCD49C-7178-4FE7-81FA-E0E71379FCFE}" type="datetime1">
              <a:rPr lang="en-US" smtClean="0"/>
              <a:t>5/5/2026</a:t>
            </a:fld>
            <a:endParaRPr lang="en-US" dirty="0"/>
          </a:p>
        </p:txBody>
      </p:sp>
      <p:sp>
        <p:nvSpPr>
          <p:cNvPr id="10" name="Slide Number Placeholder 9">
            <a:extLst>
              <a:ext uri="{FF2B5EF4-FFF2-40B4-BE49-F238E27FC236}">
                <a16:creationId xmlns:a16="http://schemas.microsoft.com/office/drawing/2014/main" id="{5A1123C1-7FB9-709A-71B6-79DB02B8A03C}"/>
              </a:ext>
            </a:extLst>
          </p:cNvPr>
          <p:cNvSpPr>
            <a:spLocks noGrp="1"/>
          </p:cNvSpPr>
          <p:nvPr>
            <p:ph type="sldNum" sz="quarter" idx="12"/>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639831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1401420"/>
            <a:ext cx="9140954" cy="2836729"/>
          </a:xfrm>
        </p:spPr>
        <p:txBody>
          <a:bodyPr vert="horz" lIns="91440" tIns="45720" rIns="91440" bIns="45720" rtlCol="0" anchor="b">
            <a:normAutofit/>
          </a:bodyPr>
          <a:lstStyle>
            <a:lvl1pPr>
              <a:defRPr lang="en-US" sz="68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318968"/>
            <a:ext cx="7312153" cy="1014984"/>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4B11C0B4-9F47-DBDA-8D0E-E312E7354F30}"/>
              </a:ext>
            </a:extLst>
          </p:cNvPr>
          <p:cNvSpPr>
            <a:spLocks noGrp="1"/>
          </p:cNvSpPr>
          <p:nvPr>
            <p:ph type="ftr" sz="quarter" idx="11"/>
          </p:nvPr>
        </p:nvSpPr>
        <p:spPr/>
        <p:txBody>
          <a:bodyPr/>
          <a:lstStyle>
            <a:lvl1pPr>
              <a:defRPr b="1">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F4EBD9A7-702F-644F-6937-CD2E7E507355}"/>
              </a:ext>
            </a:extLst>
          </p:cNvPr>
          <p:cNvSpPr>
            <a:spLocks noGrp="1"/>
          </p:cNvSpPr>
          <p:nvPr>
            <p:ph type="dt" sz="half" idx="10"/>
          </p:nvPr>
        </p:nvSpPr>
        <p:spPr/>
        <p:txBody>
          <a:bodyPr/>
          <a:lstStyle>
            <a:lvl1pPr>
              <a:defRPr b="1">
                <a:solidFill>
                  <a:schemeClr val="accent5"/>
                </a:solidFill>
              </a:defRPr>
            </a:lvl1pPr>
          </a:lstStyle>
          <a:p>
            <a:fld id="{26C1D07F-CE69-45D3-B3EC-FEBA5B939B47}" type="datetime1">
              <a:rPr lang="en-US" smtClean="0"/>
              <a:t>5/5/2026</a:t>
            </a:fld>
            <a:endParaRPr lang="en-US" dirty="0"/>
          </a:p>
        </p:txBody>
      </p:sp>
      <p:sp>
        <p:nvSpPr>
          <p:cNvPr id="12" name="Slide Number Placeholder 11">
            <a:extLst>
              <a:ext uri="{FF2B5EF4-FFF2-40B4-BE49-F238E27FC236}">
                <a16:creationId xmlns:a16="http://schemas.microsoft.com/office/drawing/2014/main" id="{79EFA6C2-F234-8C90-8C8A-DA65AD9EA579}"/>
              </a:ext>
            </a:extLst>
          </p:cNvPr>
          <p:cNvSpPr>
            <a:spLocks noGrp="1"/>
          </p:cNvSpPr>
          <p:nvPr>
            <p:ph type="sldNum" sz="quarter" idx="12"/>
          </p:nvPr>
        </p:nvSpPr>
        <p:spPr>
          <a:solidFill>
            <a:schemeClr val="accent1">
              <a:lumMod val="90000"/>
              <a:lumOff val="10000"/>
            </a:schemeClr>
          </a:solidFill>
        </p:spPr>
        <p:txBody>
          <a:bodyPr/>
          <a:lstStyle>
            <a:lvl1pPr>
              <a:defRPr b="1">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4525525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0442"/>
            <a:ext cx="8229600" cy="2379013"/>
          </a:xfrm>
        </p:spPr>
        <p:txBody>
          <a:bodyPr anchor="b">
            <a:normAutofit/>
          </a:bodyPr>
          <a:lstStyle>
            <a:lvl1pPr algn="ctr">
              <a:defRPr sz="6000">
                <a:solidFill>
                  <a:schemeClr val="accent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20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Footer Placeholder 10">
            <a:extLst>
              <a:ext uri="{FF2B5EF4-FFF2-40B4-BE49-F238E27FC236}">
                <a16:creationId xmlns:a16="http://schemas.microsoft.com/office/drawing/2014/main" id="{D4522F89-1E56-F306-053D-C0B18C5254E7}"/>
              </a:ext>
            </a:extLst>
          </p:cNvPr>
          <p:cNvSpPr>
            <a:spLocks noGrp="1"/>
          </p:cNvSpPr>
          <p:nvPr>
            <p:ph type="ftr" sz="quarter" idx="11"/>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27A8B4BE-CB35-E626-11EF-80FAE0CAA2A0}"/>
              </a:ext>
            </a:extLst>
          </p:cNvPr>
          <p:cNvSpPr>
            <a:spLocks noGrp="1"/>
          </p:cNvSpPr>
          <p:nvPr>
            <p:ph type="dt" sz="half" idx="10"/>
          </p:nvPr>
        </p:nvSpPr>
        <p:spPr/>
        <p:txBody>
          <a:bodyPr/>
          <a:lstStyle>
            <a:lvl1pPr>
              <a:defRPr>
                <a:solidFill>
                  <a:schemeClr val="accent5"/>
                </a:solidFill>
              </a:defRPr>
            </a:lvl1pPr>
          </a:lstStyle>
          <a:p>
            <a:fld id="{3E210372-FEEA-4AC4-970C-33B7A2663863}" type="datetime1">
              <a:rPr lang="en-US" smtClean="0"/>
              <a:t>5/5/2026</a:t>
            </a:fld>
            <a:endParaRPr lang="en-US" dirty="0"/>
          </a:p>
        </p:txBody>
      </p:sp>
      <p:sp>
        <p:nvSpPr>
          <p:cNvPr id="12" name="Slide Number Placeholder 11">
            <a:extLst>
              <a:ext uri="{FF2B5EF4-FFF2-40B4-BE49-F238E27FC236}">
                <a16:creationId xmlns:a16="http://schemas.microsoft.com/office/drawing/2014/main" id="{A3CBFF5E-85B0-1C59-039F-716ADF0BFD76}"/>
              </a:ext>
            </a:extLst>
          </p:cNvPr>
          <p:cNvSpPr>
            <a:spLocks noGrp="1"/>
          </p:cNvSpPr>
          <p:nvPr>
            <p:ph type="sldNum" sz="quarter" idx="12"/>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96279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85800" y="1570071"/>
            <a:ext cx="7909560" cy="4906929"/>
          </a:xfrm>
        </p:spPr>
        <p:txBody>
          <a:bodyPr vert="horz" lIns="91440" tIns="45720" rIns="91440" bIns="45720" rtlCol="0" anchor="b">
            <a:normAutofit/>
          </a:bodyPr>
          <a:lstStyle>
            <a:lvl1pPr>
              <a:defRPr lang="en-US" sz="7400" dirty="0">
                <a:solidFill>
                  <a:schemeClr val="accent2"/>
                </a:solidFill>
              </a:defRPr>
            </a:lvl1pPr>
          </a:lstStyle>
          <a:p>
            <a:pPr lvl="0"/>
            <a:r>
              <a:rPr lang="en-US" dirty="0"/>
              <a:t>Section Header</a:t>
            </a:r>
          </a:p>
        </p:txBody>
      </p:sp>
      <p:sp>
        <p:nvSpPr>
          <p:cNvPr id="20" name="Footer Placeholder 19">
            <a:extLst>
              <a:ext uri="{FF2B5EF4-FFF2-40B4-BE49-F238E27FC236}">
                <a16:creationId xmlns:a16="http://schemas.microsoft.com/office/drawing/2014/main" id="{A6421593-F6C6-3F5E-1521-2D67AC36DF73}"/>
              </a:ext>
            </a:extLst>
          </p:cNvPr>
          <p:cNvSpPr>
            <a:spLocks noGrp="1"/>
          </p:cNvSpPr>
          <p:nvPr>
            <p:ph type="ftr" sz="quarter" idx="11"/>
          </p:nvPr>
        </p:nvSpPr>
        <p:spPr>
          <a:xfrm>
            <a:off x="0" y="0"/>
            <a:ext cx="1444752" cy="548640"/>
          </a:xfrm>
        </p:spPr>
        <p:txBody>
          <a:bodyPr/>
          <a:lstStyle>
            <a:lvl1pPr>
              <a:defRPr>
                <a:solidFill>
                  <a:schemeClr val="accent5"/>
                </a:solidFill>
              </a:defRPr>
            </a:lvl1pPr>
          </a:lstStyle>
          <a:p>
            <a:endParaRPr lang="en-US" dirty="0"/>
          </a:p>
        </p:txBody>
      </p:sp>
      <p:sp>
        <p:nvSpPr>
          <p:cNvPr id="19" name="Date Placeholder 18">
            <a:extLst>
              <a:ext uri="{FF2B5EF4-FFF2-40B4-BE49-F238E27FC236}">
                <a16:creationId xmlns:a16="http://schemas.microsoft.com/office/drawing/2014/main" id="{E4D20C53-6E70-6CC1-10F9-1060FA2FEDF5}"/>
              </a:ext>
            </a:extLst>
          </p:cNvPr>
          <p:cNvSpPr>
            <a:spLocks noGrp="1"/>
          </p:cNvSpPr>
          <p:nvPr>
            <p:ph type="dt" sz="half" idx="10"/>
          </p:nvPr>
        </p:nvSpPr>
        <p:spPr>
          <a:xfrm>
            <a:off x="10515600" y="0"/>
            <a:ext cx="1143000" cy="548640"/>
          </a:xfrm>
        </p:spPr>
        <p:txBody>
          <a:bodyPr/>
          <a:lstStyle>
            <a:lvl1pPr>
              <a:defRPr>
                <a:solidFill>
                  <a:schemeClr val="accent5"/>
                </a:solidFill>
              </a:defRPr>
            </a:lvl1pPr>
          </a:lstStyle>
          <a:p>
            <a:fld id="{CE424589-40F4-419B-AF69-0B32C3EA310D}" type="datetime1">
              <a:rPr lang="en-US" smtClean="0"/>
              <a:t>5/5/2026</a:t>
            </a:fld>
            <a:endParaRPr lang="en-US" dirty="0"/>
          </a:p>
        </p:txBody>
      </p:sp>
      <p:sp>
        <p:nvSpPr>
          <p:cNvPr id="21" name="Slide Number Placeholder 20">
            <a:extLst>
              <a:ext uri="{FF2B5EF4-FFF2-40B4-BE49-F238E27FC236}">
                <a16:creationId xmlns:a16="http://schemas.microsoft.com/office/drawing/2014/main" id="{CB2C1868-5A21-F4CD-B2C8-33C6E8227807}"/>
              </a:ext>
            </a:extLst>
          </p:cNvPr>
          <p:cNvSpPr>
            <a:spLocks noGrp="1"/>
          </p:cNvSpPr>
          <p:nvPr>
            <p:ph type="sldNum" sz="quarter" idx="12"/>
          </p:nvPr>
        </p:nvSpPr>
        <p:spPr>
          <a:xfrm>
            <a:off x="11644076" y="0"/>
            <a:ext cx="547924" cy="548640"/>
          </a:xfrm>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0972618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0" y="2834640"/>
            <a:ext cx="8686800" cy="3200400"/>
          </a:xfrm>
        </p:spPr>
        <p:txBody>
          <a:bodyPr>
            <a:normAutofit/>
          </a:bodyPr>
          <a:lstStyle>
            <a:lvl1pPr marL="457200" indent="-457200">
              <a:buClr>
                <a:schemeClr val="accent2">
                  <a:lumMod val="90000"/>
                </a:schemeClr>
              </a:buClr>
              <a:buFont typeface="+mj-lt"/>
              <a:buAutoNum type="arabicPeriod"/>
              <a:defRPr sz="2000"/>
            </a:lvl1pPr>
            <a:lvl2pPr marL="685800" indent="-4572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600"/>
            </a:lvl4pPr>
            <a:lvl5pPr marL="1257300" indent="-342900">
              <a:buClr>
                <a:schemeClr val="accent2">
                  <a:lumMod val="90000"/>
                </a:schemeClr>
              </a:buClr>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FCAF3811-AE9E-8CEE-4BB5-D49A25E57CAA}"/>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24" name="Footer Placeholder 23">
            <a:extLst>
              <a:ext uri="{FF2B5EF4-FFF2-40B4-BE49-F238E27FC236}">
                <a16:creationId xmlns:a16="http://schemas.microsoft.com/office/drawing/2014/main" id="{A94E7796-5FDC-648C-3C83-1CB92A985AD7}"/>
              </a:ext>
            </a:extLst>
          </p:cNvPr>
          <p:cNvSpPr>
            <a:spLocks noGrp="1"/>
          </p:cNvSpPr>
          <p:nvPr>
            <p:ph type="ftr" sz="quarter" idx="15"/>
          </p:nvPr>
        </p:nvSpPr>
        <p:spPr/>
        <p:txBody>
          <a:bodyPr/>
          <a:lstStyle/>
          <a:p>
            <a:endParaRPr lang="en-US" sz="900" dirty="0"/>
          </a:p>
        </p:txBody>
      </p:sp>
      <p:sp>
        <p:nvSpPr>
          <p:cNvPr id="23" name="Date Placeholder 22">
            <a:extLst>
              <a:ext uri="{FF2B5EF4-FFF2-40B4-BE49-F238E27FC236}">
                <a16:creationId xmlns:a16="http://schemas.microsoft.com/office/drawing/2014/main" id="{9AF25DA3-0D11-567E-8C45-641244EBFEDD}"/>
              </a:ext>
            </a:extLst>
          </p:cNvPr>
          <p:cNvSpPr>
            <a:spLocks noGrp="1"/>
          </p:cNvSpPr>
          <p:nvPr>
            <p:ph type="dt" sz="half" idx="14"/>
          </p:nvPr>
        </p:nvSpPr>
        <p:spPr/>
        <p:txBody>
          <a:bodyPr/>
          <a:lstStyle/>
          <a:p>
            <a:fld id="{337EC06B-606A-4EF4-ACAD-E3CEFED48C69}" type="datetime1">
              <a:rPr lang="en-US" smtClean="0"/>
              <a:t>5/5/2026</a:t>
            </a:fld>
            <a:endParaRPr lang="en-US" sz="900" dirty="0"/>
          </a:p>
        </p:txBody>
      </p:sp>
      <p:sp>
        <p:nvSpPr>
          <p:cNvPr id="25" name="Slide Number Placeholder 24">
            <a:extLst>
              <a:ext uri="{FF2B5EF4-FFF2-40B4-BE49-F238E27FC236}">
                <a16:creationId xmlns:a16="http://schemas.microsoft.com/office/drawing/2014/main" id="{0893736D-26B2-06DD-ABDD-15F3DD4D363C}"/>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5251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1" y="2834640"/>
            <a:ext cx="4358774" cy="3200400"/>
          </a:xfrm>
        </p:spPr>
        <p:txBody>
          <a:bodyPr>
            <a:normAutofit/>
          </a:bodyPr>
          <a:lstStyle>
            <a:lvl1pPr marL="457200" indent="-457200">
              <a:buClr>
                <a:schemeClr val="accent2">
                  <a:lumMod val="90000"/>
                </a:schemeClr>
              </a:buClr>
              <a:buFont typeface="+mj-lt"/>
              <a:buAutoNum type="arabicPeriod"/>
              <a:defRPr sz="2000"/>
            </a:lvl1pPr>
            <a:lvl2pPr marL="571500" indent="-3429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400"/>
            </a:lvl4pPr>
            <a:lvl5pPr>
              <a:buClr>
                <a:schemeClr val="accent2">
                  <a:lumMod val="90000"/>
                </a:schemeClr>
              </a:buCl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9"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5BBF0AEE-5A27-FCDE-3C64-4ACC7935FE49}"/>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9" name="Footer Placeholder 18">
            <a:extLst>
              <a:ext uri="{FF2B5EF4-FFF2-40B4-BE49-F238E27FC236}">
                <a16:creationId xmlns:a16="http://schemas.microsoft.com/office/drawing/2014/main" id="{7AFBA87F-7701-A29C-E9FC-66AEC272FB88}"/>
              </a:ext>
            </a:extLst>
          </p:cNvPr>
          <p:cNvSpPr>
            <a:spLocks noGrp="1"/>
          </p:cNvSpPr>
          <p:nvPr>
            <p:ph type="ftr" sz="quarter" idx="16"/>
          </p:nvPr>
        </p:nvSpPr>
        <p:spPr/>
        <p:txBody>
          <a:bodyPr/>
          <a:lstStyle>
            <a:lvl1pPr>
              <a:defRPr b="1"/>
            </a:lvl1pPr>
          </a:lstStyle>
          <a:p>
            <a:endParaRPr lang="en-US" b="1" dirty="0"/>
          </a:p>
        </p:txBody>
      </p:sp>
      <p:sp>
        <p:nvSpPr>
          <p:cNvPr id="18" name="Date Placeholder 17">
            <a:extLst>
              <a:ext uri="{FF2B5EF4-FFF2-40B4-BE49-F238E27FC236}">
                <a16:creationId xmlns:a16="http://schemas.microsoft.com/office/drawing/2014/main" id="{6800BE9B-CE8D-684B-DC80-1D80F6FAD4A7}"/>
              </a:ext>
            </a:extLst>
          </p:cNvPr>
          <p:cNvSpPr>
            <a:spLocks noGrp="1"/>
          </p:cNvSpPr>
          <p:nvPr>
            <p:ph type="dt" sz="half" idx="15"/>
          </p:nvPr>
        </p:nvSpPr>
        <p:spPr>
          <a:xfrm>
            <a:off x="5943600" y="6309360"/>
            <a:ext cx="1158375" cy="548640"/>
          </a:xfrm>
        </p:spPr>
        <p:txBody>
          <a:bodyPr/>
          <a:lstStyle>
            <a:lvl1pPr>
              <a:defRPr b="1"/>
            </a:lvl1pPr>
          </a:lstStyle>
          <a:p>
            <a:fld id="{FF503BB1-3C96-4F03-AA87-65D895BA80B8}" type="datetime1">
              <a:rPr lang="en-US" smtClean="0"/>
              <a:t>5/5/2026</a:t>
            </a:fld>
            <a:endParaRPr lang="en-US" b="1" dirty="0"/>
          </a:p>
        </p:txBody>
      </p:sp>
      <p:sp>
        <p:nvSpPr>
          <p:cNvPr id="20" name="Slide Number Placeholder 19">
            <a:extLst>
              <a:ext uri="{FF2B5EF4-FFF2-40B4-BE49-F238E27FC236}">
                <a16:creationId xmlns:a16="http://schemas.microsoft.com/office/drawing/2014/main" id="{D917E3BB-5497-4C52-A736-6EB57D97981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327482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DA49E-3CB9-75DC-406C-624924142015}"/>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5" name="Content Placeholder 7">
            <a:extLst>
              <a:ext uri="{FF2B5EF4-FFF2-40B4-BE49-F238E27FC236}">
                <a16:creationId xmlns:a16="http://schemas.microsoft.com/office/drawing/2014/main" id="{86084799-A017-90D1-4D71-0EEB7C83708E}"/>
              </a:ext>
            </a:extLst>
          </p:cNvPr>
          <p:cNvSpPr>
            <a:spLocks noGrp="1"/>
          </p:cNvSpPr>
          <p:nvPr>
            <p:ph sz="quarter" idx="17"/>
          </p:nvPr>
        </p:nvSpPr>
        <p:spPr>
          <a:xfrm>
            <a:off x="6748272" y="3841202"/>
            <a:ext cx="4754880" cy="1737358"/>
          </a:xfrm>
        </p:spPr>
        <p:txBody>
          <a:bodyPr>
            <a:normAutofit/>
          </a:bodyPr>
          <a:lstStyle>
            <a:lvl1pPr>
              <a:buNone/>
              <a:defRPr sz="1400"/>
            </a:lvl1pPr>
            <a:lvl2pPr>
              <a:buNone/>
              <a:defRPr sz="1400"/>
            </a:lvl2pPr>
            <a:lvl3pPr>
              <a:buNone/>
              <a:defRPr sz="1400"/>
            </a:lvl3pPr>
            <a:lvl4pPr>
              <a:buNone/>
              <a:defRPr sz="1400"/>
            </a:lvl4pPr>
            <a:lvl5pP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D7BC0DF-EFC8-44A3-68C2-E23FAA2E86C0}"/>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BD1AE523-650D-4E40-07AD-306A92A96690}"/>
              </a:ext>
            </a:extLst>
          </p:cNvPr>
          <p:cNvSpPr>
            <a:spLocks noGrp="1"/>
          </p:cNvSpPr>
          <p:nvPr>
            <p:ph type="dt" sz="half" idx="14"/>
          </p:nvPr>
        </p:nvSpPr>
        <p:spPr/>
        <p:txBody>
          <a:bodyPr/>
          <a:lstStyle/>
          <a:p>
            <a:fld id="{EAB37B39-C5FA-4FFF-A085-B5498F3F843E}" type="datetime1">
              <a:rPr lang="en-US" smtClean="0"/>
              <a:t>5/5/2026</a:t>
            </a:fld>
            <a:endParaRPr lang="en-US" dirty="0"/>
          </a:p>
        </p:txBody>
      </p:sp>
      <p:sp>
        <p:nvSpPr>
          <p:cNvPr id="15" name="Slide Number Placeholder 14">
            <a:extLst>
              <a:ext uri="{FF2B5EF4-FFF2-40B4-BE49-F238E27FC236}">
                <a16:creationId xmlns:a16="http://schemas.microsoft.com/office/drawing/2014/main" id="{0D499D6E-475E-9A93-7BC7-903ABDED9CB8}"/>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6E7C0D8B-3878-C48B-D6D9-56A0E34B7392}"/>
              </a:ext>
            </a:extLst>
          </p:cNvPr>
          <p:cNvCxnSpPr>
            <a:cxnSpLocks/>
          </p:cNvCxnSpPr>
          <p:nvPr userDrawn="1"/>
        </p:nvCxnSpPr>
        <p:spPr>
          <a:xfrm>
            <a:off x="6749562" y="3276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6057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748272" y="2362200"/>
            <a:ext cx="4754880" cy="356616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4E6FD18B-5C67-9051-4CF6-EBF315BAC1D7}"/>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540D6515-3CED-315D-0B1B-CD7499379459}"/>
              </a:ext>
            </a:extLst>
          </p:cNvPr>
          <p:cNvSpPr>
            <a:spLocks noGrp="1"/>
          </p:cNvSpPr>
          <p:nvPr>
            <p:ph type="dt" sz="half" idx="14"/>
          </p:nvPr>
        </p:nvSpPr>
        <p:spPr/>
        <p:txBody>
          <a:bodyPr/>
          <a:lstStyle/>
          <a:p>
            <a:fld id="{9B3BCCDC-CC87-45B4-AB67-DD3B186F0B13}" type="datetime1">
              <a:rPr lang="en-US" smtClean="0"/>
              <a:t>5/5/2026</a:t>
            </a:fld>
            <a:endParaRPr lang="en-US" dirty="0"/>
          </a:p>
        </p:txBody>
      </p:sp>
      <p:sp>
        <p:nvSpPr>
          <p:cNvPr id="15" name="Slide Number Placeholder 14">
            <a:extLst>
              <a:ext uri="{FF2B5EF4-FFF2-40B4-BE49-F238E27FC236}">
                <a16:creationId xmlns:a16="http://schemas.microsoft.com/office/drawing/2014/main" id="{75382665-9F43-96F8-F839-96F759686750}"/>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AD8F2E04-B970-1D22-A567-2F2D0BC65B4C}"/>
              </a:ext>
            </a:extLst>
          </p:cNvPr>
          <p:cNvCxnSpPr>
            <a:cxnSpLocks/>
          </p:cNvCxnSpPr>
          <p:nvPr userDrawn="1"/>
        </p:nvCxnSpPr>
        <p:spPr>
          <a:xfrm>
            <a:off x="6749562" y="1752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0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923455" cy="4083580"/>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0189" cy="402336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C2122AFC-66BC-4995-1266-1DEB8CEC07DF}"/>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3B8C73B4-F675-DA6C-C87B-197265343AFD}"/>
              </a:ext>
            </a:extLst>
          </p:cNvPr>
          <p:cNvSpPr>
            <a:spLocks noGrp="1"/>
          </p:cNvSpPr>
          <p:nvPr>
            <p:ph type="dt" sz="half" idx="14"/>
          </p:nvPr>
        </p:nvSpPr>
        <p:spPr/>
        <p:txBody>
          <a:bodyPr/>
          <a:lstStyle/>
          <a:p>
            <a:fld id="{7D551459-7875-4599-9CDE-512F48C6788C}" type="datetime1">
              <a:rPr lang="en-US" smtClean="0"/>
              <a:t>5/5/2026</a:t>
            </a:fld>
            <a:endParaRPr lang="en-US" sz="900" dirty="0"/>
          </a:p>
        </p:txBody>
      </p:sp>
      <p:sp>
        <p:nvSpPr>
          <p:cNvPr id="18" name="Slide Number Placeholder 17">
            <a:extLst>
              <a:ext uri="{FF2B5EF4-FFF2-40B4-BE49-F238E27FC236}">
                <a16:creationId xmlns:a16="http://schemas.microsoft.com/office/drawing/2014/main" id="{666393A3-F281-C54B-A886-58CE88D421F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2822210B-9F08-A2FC-ADDB-C9286FF6D002}"/>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5957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496147" cy="4940661"/>
          </a:xfrm>
        </p:spPr>
        <p:txBody>
          <a:bodyPr anchor="t">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56010" y="1389888"/>
            <a:ext cx="6347141" cy="484632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B258506B-7F0E-1CE3-C46B-B55BBB0AA649}"/>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660A4F1D-9596-6174-4AAE-713716D1A047}"/>
              </a:ext>
            </a:extLst>
          </p:cNvPr>
          <p:cNvSpPr>
            <a:spLocks noGrp="1"/>
          </p:cNvSpPr>
          <p:nvPr>
            <p:ph type="dt" sz="half" idx="14"/>
          </p:nvPr>
        </p:nvSpPr>
        <p:spPr/>
        <p:txBody>
          <a:bodyPr/>
          <a:lstStyle/>
          <a:p>
            <a:fld id="{9A821586-EAD4-4D7F-9559-CC0CEE1BDC08}" type="datetime1">
              <a:rPr lang="en-US" smtClean="0"/>
              <a:t>5/5/2026</a:t>
            </a:fld>
            <a:endParaRPr lang="en-US" sz="900" dirty="0"/>
          </a:p>
        </p:txBody>
      </p:sp>
      <p:sp>
        <p:nvSpPr>
          <p:cNvPr id="18" name="Slide Number Placeholder 17">
            <a:extLst>
              <a:ext uri="{FF2B5EF4-FFF2-40B4-BE49-F238E27FC236}">
                <a16:creationId xmlns:a16="http://schemas.microsoft.com/office/drawing/2014/main" id="{A1B7F645-D4A6-2ED2-FBB7-EAEC112E433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B32B44DA-EDB3-13D8-52B2-CDD95FF668A6}"/>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2457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349754" cy="2721451"/>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685800"/>
            <a:ext cx="6858000"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16">
            <a:extLst>
              <a:ext uri="{FF2B5EF4-FFF2-40B4-BE49-F238E27FC236}">
                <a16:creationId xmlns:a16="http://schemas.microsoft.com/office/drawing/2014/main" id="{3592DCB9-A492-FE13-AF1E-7F11E1AA031D}"/>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8399732B-F9A2-F949-D87A-745F525E4DEA}"/>
              </a:ext>
            </a:extLst>
          </p:cNvPr>
          <p:cNvSpPr>
            <a:spLocks noGrp="1"/>
          </p:cNvSpPr>
          <p:nvPr>
            <p:ph type="dt" sz="half" idx="14"/>
          </p:nvPr>
        </p:nvSpPr>
        <p:spPr/>
        <p:txBody>
          <a:bodyPr/>
          <a:lstStyle/>
          <a:p>
            <a:fld id="{40B30FD5-AD5D-49A2-92CF-1E31D5664159}" type="datetime1">
              <a:rPr lang="en-US" smtClean="0"/>
              <a:t>5/5/2026</a:t>
            </a:fld>
            <a:endParaRPr lang="en-US" sz="900" dirty="0"/>
          </a:p>
        </p:txBody>
      </p:sp>
      <p:sp>
        <p:nvSpPr>
          <p:cNvPr id="18" name="Slide Number Placeholder 17">
            <a:extLst>
              <a:ext uri="{FF2B5EF4-FFF2-40B4-BE49-F238E27FC236}">
                <a16:creationId xmlns:a16="http://schemas.microsoft.com/office/drawing/2014/main" id="{742CF50F-386B-7CF6-E6C9-25AA0F139AB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7070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685799"/>
            <a:ext cx="2651760" cy="2194560"/>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F04C9A45-DF85-730D-895E-DD4D54BB61F6}"/>
              </a:ext>
            </a:extLst>
          </p:cNvPr>
          <p:cNvSpPr>
            <a:spLocks noGrp="1"/>
          </p:cNvSpPr>
          <p:nvPr>
            <p:ph type="ftr" sz="quarter" idx="16"/>
          </p:nvPr>
        </p:nvSpPr>
        <p:spPr>
          <a:xfrm>
            <a:off x="8889055"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FCB8E9E7-C6AA-5486-0F1F-7CAF09412607}"/>
              </a:ext>
            </a:extLst>
          </p:cNvPr>
          <p:cNvSpPr>
            <a:spLocks noGrp="1"/>
          </p:cNvSpPr>
          <p:nvPr>
            <p:ph type="dt" sz="half" idx="15"/>
          </p:nvPr>
        </p:nvSpPr>
        <p:spPr/>
        <p:txBody>
          <a:bodyPr/>
          <a:lstStyle>
            <a:lvl1pPr>
              <a:defRPr b="0"/>
            </a:lvl1pPr>
          </a:lstStyle>
          <a:p>
            <a:fld id="{C51887B6-3287-4F43-BD0F-03436DF3BB1C}" type="datetime1">
              <a:rPr lang="en-US" smtClean="0"/>
              <a:t>5/5/2026</a:t>
            </a:fld>
            <a:endParaRPr lang="en-US" b="0" dirty="0"/>
          </a:p>
        </p:txBody>
      </p:sp>
      <p:sp>
        <p:nvSpPr>
          <p:cNvPr id="9" name="Slide Number Placeholder 8">
            <a:extLst>
              <a:ext uri="{FF2B5EF4-FFF2-40B4-BE49-F238E27FC236}">
                <a16:creationId xmlns:a16="http://schemas.microsoft.com/office/drawing/2014/main" id="{2458E34D-D287-598F-A8AC-381BD6C1F20D}"/>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1986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799"/>
            <a:ext cx="2651760" cy="21945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85800"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FAF1FD15-D660-8E99-2F30-F821EA8FBC04}"/>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17EB7F9-DC25-C1C0-FB90-D37C62D49000}"/>
              </a:ext>
            </a:extLst>
          </p:cNvPr>
          <p:cNvSpPr>
            <a:spLocks noGrp="1"/>
          </p:cNvSpPr>
          <p:nvPr>
            <p:ph type="dt" sz="half" idx="15"/>
          </p:nvPr>
        </p:nvSpPr>
        <p:spPr>
          <a:xfrm>
            <a:off x="2395637" y="6309360"/>
            <a:ext cx="914400" cy="548640"/>
          </a:xfrm>
        </p:spPr>
        <p:txBody>
          <a:bodyPr lIns="91440" rIns="91440"/>
          <a:lstStyle>
            <a:lvl1pPr algn="r">
              <a:defRPr b="1"/>
            </a:lvl1pPr>
          </a:lstStyle>
          <a:p>
            <a:fld id="{96915FBF-2967-4DC4-BA06-B4739097A819}" type="datetime1">
              <a:rPr lang="en-US" smtClean="0"/>
              <a:t>5/5/2026</a:t>
            </a:fld>
            <a:endParaRPr lang="en-US" b="1" dirty="0"/>
          </a:p>
        </p:txBody>
      </p:sp>
      <p:sp>
        <p:nvSpPr>
          <p:cNvPr id="9" name="Slide Number Placeholder 8">
            <a:extLst>
              <a:ext uri="{FF2B5EF4-FFF2-40B4-BE49-F238E27FC236}">
                <a16:creationId xmlns:a16="http://schemas.microsoft.com/office/drawing/2014/main" id="{5367B05B-9852-9253-5FA9-E7F01FA6DB0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572963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5012268"/>
            <a:ext cx="4019522" cy="1127275"/>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5080"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7D34CD9F-D768-826C-6068-D19E14300141}"/>
              </a:ext>
            </a:extLst>
          </p:cNvPr>
          <p:cNvSpPr>
            <a:spLocks noGrp="1"/>
          </p:cNvSpPr>
          <p:nvPr>
            <p:ph type="ftr" sz="quarter" idx="16"/>
          </p:nvPr>
        </p:nvSpPr>
        <p:spPr/>
        <p:txBody>
          <a:bodyPr/>
          <a:lstStyle/>
          <a:p>
            <a:endParaRPr lang="en-US" sz="900" dirty="0"/>
          </a:p>
        </p:txBody>
      </p:sp>
      <p:sp>
        <p:nvSpPr>
          <p:cNvPr id="14" name="Date Placeholder 13">
            <a:extLst>
              <a:ext uri="{FF2B5EF4-FFF2-40B4-BE49-F238E27FC236}">
                <a16:creationId xmlns:a16="http://schemas.microsoft.com/office/drawing/2014/main" id="{701BED28-357D-4F89-B9BA-B6464B9050E2}"/>
              </a:ext>
            </a:extLst>
          </p:cNvPr>
          <p:cNvSpPr>
            <a:spLocks noGrp="1"/>
          </p:cNvSpPr>
          <p:nvPr>
            <p:ph type="dt" sz="half" idx="15"/>
          </p:nvPr>
        </p:nvSpPr>
        <p:spPr/>
        <p:txBody>
          <a:bodyPr/>
          <a:lstStyle/>
          <a:p>
            <a:fld id="{9D4577F9-C786-4780-89C8-12002BF4222A}" type="datetime1">
              <a:rPr lang="en-US" smtClean="0"/>
              <a:t>5/5/2026</a:t>
            </a:fld>
            <a:endParaRPr lang="en-US" sz="900" dirty="0"/>
          </a:p>
        </p:txBody>
      </p:sp>
      <p:sp>
        <p:nvSpPr>
          <p:cNvPr id="16" name="Slide Number Placeholder 15">
            <a:extLst>
              <a:ext uri="{FF2B5EF4-FFF2-40B4-BE49-F238E27FC236}">
                <a16:creationId xmlns:a16="http://schemas.microsoft.com/office/drawing/2014/main" id="{C87ECC3B-C467-A778-F8B3-C3354B191A0C}"/>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8844463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85800"/>
            <a:ext cx="3291840" cy="1667226"/>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468880"/>
            <a:ext cx="3291840" cy="37490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6416BD78-1156-E2CB-92EF-CBDD752BE701}"/>
              </a:ext>
            </a:extLst>
          </p:cNvPr>
          <p:cNvSpPr>
            <a:spLocks noGrp="1"/>
          </p:cNvSpPr>
          <p:nvPr>
            <p:ph type="ftr" sz="quarter" idx="16"/>
          </p:nvPr>
        </p:nvSpPr>
        <p:spPr>
          <a:xfrm>
            <a:off x="8212790" y="6309360"/>
            <a:ext cx="1444752" cy="548640"/>
          </a:xfrm>
        </p:spPr>
        <p:txBody>
          <a:bodyPr lIns="91440" rIns="91440"/>
          <a:lstStyle>
            <a:lvl1pPr algn="l">
              <a:defRPr b="0"/>
            </a:lvl1pPr>
          </a:lstStyle>
          <a:p>
            <a:endParaRPr lang="en-US" b="0" dirty="0"/>
          </a:p>
        </p:txBody>
      </p:sp>
      <p:sp>
        <p:nvSpPr>
          <p:cNvPr id="7" name="Date Placeholder 6">
            <a:extLst>
              <a:ext uri="{FF2B5EF4-FFF2-40B4-BE49-F238E27FC236}">
                <a16:creationId xmlns:a16="http://schemas.microsoft.com/office/drawing/2014/main" id="{72E9ACE6-EBDD-9FEF-E30B-C49DF2B5EB34}"/>
              </a:ext>
            </a:extLst>
          </p:cNvPr>
          <p:cNvSpPr>
            <a:spLocks noGrp="1"/>
          </p:cNvSpPr>
          <p:nvPr>
            <p:ph type="dt" sz="half" idx="15"/>
          </p:nvPr>
        </p:nvSpPr>
        <p:spPr/>
        <p:txBody>
          <a:bodyPr/>
          <a:lstStyle>
            <a:lvl1pPr>
              <a:defRPr b="1"/>
            </a:lvl1pPr>
          </a:lstStyle>
          <a:p>
            <a:fld id="{346FB09A-52E0-4375-AC46-87B491BD0FD9}" type="datetime1">
              <a:rPr lang="en-US" smtClean="0"/>
              <a:t>5/5/2026</a:t>
            </a:fld>
            <a:endParaRPr lang="en-US" b="1" dirty="0"/>
          </a:p>
        </p:txBody>
      </p:sp>
      <p:sp>
        <p:nvSpPr>
          <p:cNvPr id="13" name="Slide Number Placeholder 12">
            <a:extLst>
              <a:ext uri="{FF2B5EF4-FFF2-40B4-BE49-F238E27FC236}">
                <a16:creationId xmlns:a16="http://schemas.microsoft.com/office/drawing/2014/main" id="{30CBF556-3E2C-96E3-002A-1B5CD303E47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859889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291840" cy="1667226"/>
          </a:xfr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468880"/>
            <a:ext cx="3291840" cy="3814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6E1A43F5-DA63-BB10-3630-B39550C555FC}"/>
              </a:ext>
            </a:extLst>
          </p:cNvPr>
          <p:cNvSpPr>
            <a:spLocks noGrp="1"/>
          </p:cNvSpPr>
          <p:nvPr>
            <p:ph type="ftr" sz="quarter" idx="16"/>
          </p:nvPr>
        </p:nvSpPr>
        <p:spPr/>
        <p:txBody>
          <a:bodyPr/>
          <a:lstStyle>
            <a:lvl1pPr>
              <a:defRPr b="0"/>
            </a:lvl1pPr>
          </a:lstStyle>
          <a:p>
            <a:endParaRPr lang="en-US" b="0" dirty="0"/>
          </a:p>
        </p:txBody>
      </p:sp>
      <p:sp>
        <p:nvSpPr>
          <p:cNvPr id="14" name="Date Placeholder 13">
            <a:extLst>
              <a:ext uri="{FF2B5EF4-FFF2-40B4-BE49-F238E27FC236}">
                <a16:creationId xmlns:a16="http://schemas.microsoft.com/office/drawing/2014/main" id="{9122A604-3126-053C-329B-F361F0C06D20}"/>
              </a:ext>
            </a:extLst>
          </p:cNvPr>
          <p:cNvSpPr>
            <a:spLocks noGrp="1"/>
          </p:cNvSpPr>
          <p:nvPr>
            <p:ph type="dt" sz="half" idx="15"/>
          </p:nvPr>
        </p:nvSpPr>
        <p:spPr>
          <a:xfrm>
            <a:off x="3063240" y="6309360"/>
            <a:ext cx="914400" cy="548640"/>
          </a:xfrm>
        </p:spPr>
        <p:txBody>
          <a:bodyPr lIns="91440" rIns="91440"/>
          <a:lstStyle>
            <a:lvl1pPr algn="r">
              <a:defRPr b="1"/>
            </a:lvl1pPr>
          </a:lstStyle>
          <a:p>
            <a:fld id="{1E895A57-89A1-4D9A-973F-A508C25AAE17}" type="datetime1">
              <a:rPr lang="en-US" smtClean="0"/>
              <a:t>5/5/2026</a:t>
            </a:fld>
            <a:endParaRPr lang="en-US" b="1" dirty="0"/>
          </a:p>
        </p:txBody>
      </p:sp>
      <p:sp>
        <p:nvSpPr>
          <p:cNvPr id="16" name="Slide Number Placeholder 15">
            <a:extLst>
              <a:ext uri="{FF2B5EF4-FFF2-40B4-BE49-F238E27FC236}">
                <a16:creationId xmlns:a16="http://schemas.microsoft.com/office/drawing/2014/main" id="{F0A79120-8B24-0DF4-8107-506DBEAA07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773262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685800"/>
            <a:ext cx="4389120" cy="1280160"/>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949D437D-B77F-C121-8BA3-65C20A0FDC24}"/>
              </a:ext>
            </a:extLst>
          </p:cNvPr>
          <p:cNvSpPr>
            <a:spLocks noGrp="1"/>
          </p:cNvSpPr>
          <p:nvPr>
            <p:ph type="ftr" sz="quarter" idx="16"/>
          </p:nvPr>
        </p:nvSpPr>
        <p:spPr>
          <a:xfrm>
            <a:off x="7104889" y="6309360"/>
            <a:ext cx="1444752" cy="548640"/>
          </a:xfrm>
        </p:spPr>
        <p:txBody>
          <a:bodyPr lIns="91440" rIns="91440"/>
          <a:lstStyle>
            <a:lvl1pPr algn="l">
              <a:defRPr b="0"/>
            </a:lvl1pPr>
          </a:lstStyle>
          <a:p>
            <a:endParaRPr lang="en-US" b="0" dirty="0"/>
          </a:p>
        </p:txBody>
      </p:sp>
      <p:sp>
        <p:nvSpPr>
          <p:cNvPr id="14" name="Date Placeholder 13">
            <a:extLst>
              <a:ext uri="{FF2B5EF4-FFF2-40B4-BE49-F238E27FC236}">
                <a16:creationId xmlns:a16="http://schemas.microsoft.com/office/drawing/2014/main" id="{79900472-B335-DFA2-4332-6F5ECFE866CF}"/>
              </a:ext>
            </a:extLst>
          </p:cNvPr>
          <p:cNvSpPr>
            <a:spLocks noGrp="1"/>
          </p:cNvSpPr>
          <p:nvPr>
            <p:ph type="dt" sz="half" idx="15"/>
          </p:nvPr>
        </p:nvSpPr>
        <p:spPr/>
        <p:txBody>
          <a:bodyPr/>
          <a:lstStyle>
            <a:lvl1pPr>
              <a:defRPr b="0"/>
            </a:lvl1pPr>
          </a:lstStyle>
          <a:p>
            <a:fld id="{FE5062D3-5ABC-4149-AD2B-B4628FCC03BE}" type="datetime1">
              <a:rPr lang="en-US" smtClean="0"/>
              <a:t>5/5/2026</a:t>
            </a:fld>
            <a:endParaRPr lang="en-US" b="0" dirty="0"/>
          </a:p>
        </p:txBody>
      </p:sp>
      <p:sp>
        <p:nvSpPr>
          <p:cNvPr id="16" name="Slide Number Placeholder 15">
            <a:extLst>
              <a:ext uri="{FF2B5EF4-FFF2-40B4-BE49-F238E27FC236}">
                <a16:creationId xmlns:a16="http://schemas.microsoft.com/office/drawing/2014/main" id="{7BCFC63E-10B6-67ED-510E-4198601682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6514051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389120"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Footer Placeholder 11">
            <a:extLst>
              <a:ext uri="{FF2B5EF4-FFF2-40B4-BE49-F238E27FC236}">
                <a16:creationId xmlns:a16="http://schemas.microsoft.com/office/drawing/2014/main" id="{15DB2D33-C4AD-9210-0361-1ED8CAFE801F}"/>
              </a:ext>
            </a:extLst>
          </p:cNvPr>
          <p:cNvSpPr>
            <a:spLocks noGrp="1"/>
          </p:cNvSpPr>
          <p:nvPr>
            <p:ph type="ftr" sz="quarter" idx="16"/>
          </p:nvPr>
        </p:nvSpPr>
        <p:spPr/>
        <p:txBody>
          <a:bodyPr/>
          <a:lstStyle>
            <a:lvl1pPr>
              <a:defRPr b="0"/>
            </a:lvl1pPr>
          </a:lstStyle>
          <a:p>
            <a:endParaRPr lang="en-US" b="0" dirty="0"/>
          </a:p>
        </p:txBody>
      </p:sp>
      <p:sp>
        <p:nvSpPr>
          <p:cNvPr id="10" name="Date Placeholder 9">
            <a:extLst>
              <a:ext uri="{FF2B5EF4-FFF2-40B4-BE49-F238E27FC236}">
                <a16:creationId xmlns:a16="http://schemas.microsoft.com/office/drawing/2014/main" id="{F238A9DF-AC38-D01B-9F44-E40F0332E72B}"/>
              </a:ext>
            </a:extLst>
          </p:cNvPr>
          <p:cNvSpPr>
            <a:spLocks noGrp="1"/>
          </p:cNvSpPr>
          <p:nvPr>
            <p:ph type="dt" sz="half" idx="15"/>
          </p:nvPr>
        </p:nvSpPr>
        <p:spPr>
          <a:xfrm>
            <a:off x="4160520" y="6309360"/>
            <a:ext cx="914400" cy="548640"/>
          </a:xfrm>
        </p:spPr>
        <p:txBody>
          <a:bodyPr lIns="91440" rIns="91440"/>
          <a:lstStyle>
            <a:lvl1pPr algn="r">
              <a:defRPr b="1"/>
            </a:lvl1pPr>
          </a:lstStyle>
          <a:p>
            <a:fld id="{0E8FAB13-78C9-4DD7-B1AD-FA9F202D4371}" type="datetime1">
              <a:rPr lang="en-US" smtClean="0"/>
              <a:t>5/5/2026</a:t>
            </a:fld>
            <a:endParaRPr lang="en-US" b="1" dirty="0"/>
          </a:p>
        </p:txBody>
      </p:sp>
      <p:sp>
        <p:nvSpPr>
          <p:cNvPr id="13" name="Slide Number Placeholder 12">
            <a:extLst>
              <a:ext uri="{FF2B5EF4-FFF2-40B4-BE49-F238E27FC236}">
                <a16:creationId xmlns:a16="http://schemas.microsoft.com/office/drawing/2014/main" id="{19BD9C04-DDA3-9724-5D4F-D0DE36829154}"/>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986148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3880757"/>
            <a:ext cx="3044954" cy="2245126"/>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06640"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5E1E2293-0981-CA67-BC69-2A34B16B7D29}"/>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519DAE2-7AAB-3D6B-7EF9-2627D8237C9F}"/>
              </a:ext>
            </a:extLst>
          </p:cNvPr>
          <p:cNvSpPr>
            <a:spLocks noGrp="1"/>
          </p:cNvSpPr>
          <p:nvPr>
            <p:ph type="dt" sz="half" idx="15"/>
          </p:nvPr>
        </p:nvSpPr>
        <p:spPr/>
        <p:txBody>
          <a:bodyPr/>
          <a:lstStyle/>
          <a:p>
            <a:fld id="{686979C8-52DD-493B-9F1B-E6F0872B6C99}" type="datetime1">
              <a:rPr lang="en-US" smtClean="0"/>
              <a:t>5/5/2026</a:t>
            </a:fld>
            <a:endParaRPr lang="en-US" sz="900" dirty="0"/>
          </a:p>
        </p:txBody>
      </p:sp>
      <p:sp>
        <p:nvSpPr>
          <p:cNvPr id="13" name="Slide Number Placeholder 12">
            <a:extLst>
              <a:ext uri="{FF2B5EF4-FFF2-40B4-BE49-F238E27FC236}">
                <a16:creationId xmlns:a16="http://schemas.microsoft.com/office/drawing/2014/main" id="{A05FD2C2-A97A-832C-423E-BD004E960397}"/>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239094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021873" cy="1773540"/>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685800"/>
            <a:ext cx="7360920"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95F48D1-80B9-D5A3-02FE-C55775ED181F}"/>
              </a:ext>
            </a:extLst>
          </p:cNvPr>
          <p:cNvSpPr>
            <a:spLocks noGrp="1"/>
          </p:cNvSpPr>
          <p:nvPr>
            <p:ph type="ftr" sz="quarter" idx="16"/>
          </p:nvPr>
        </p:nvSpPr>
        <p:spPr>
          <a:xfrm>
            <a:off x="609600" y="304800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06DF4A28-A60F-B442-081E-A6E44BF96F11}"/>
              </a:ext>
            </a:extLst>
          </p:cNvPr>
          <p:cNvSpPr>
            <a:spLocks noGrp="1"/>
          </p:cNvSpPr>
          <p:nvPr>
            <p:ph type="dt" sz="half" idx="15"/>
          </p:nvPr>
        </p:nvSpPr>
        <p:spPr>
          <a:xfrm>
            <a:off x="10668000" y="3048000"/>
            <a:ext cx="914400" cy="548640"/>
          </a:xfrm>
        </p:spPr>
        <p:txBody>
          <a:bodyPr lIns="91440" rIns="91440"/>
          <a:lstStyle>
            <a:lvl1pPr algn="r">
              <a:defRPr b="1"/>
            </a:lvl1pPr>
          </a:lstStyle>
          <a:p>
            <a:fld id="{7C03F42E-5F8D-4D93-8914-07006AA4742F}" type="datetime1">
              <a:rPr lang="en-US" smtClean="0"/>
              <a:t>5/5/2026</a:t>
            </a:fld>
            <a:endParaRPr lang="en-US" b="1"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7A9F18E4-7312-4847-6937-77479385814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61341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85800"/>
            <a:ext cx="6355080" cy="1280160"/>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2103120"/>
            <a:ext cx="635508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15">
            <a:extLst>
              <a:ext uri="{FF2B5EF4-FFF2-40B4-BE49-F238E27FC236}">
                <a16:creationId xmlns:a16="http://schemas.microsoft.com/office/drawing/2014/main" id="{F06C09F9-F830-FCE8-A68C-46E87CA1E1A3}"/>
              </a:ext>
            </a:extLst>
          </p:cNvPr>
          <p:cNvSpPr>
            <a:spLocks noGrp="1"/>
          </p:cNvSpPr>
          <p:nvPr>
            <p:ph type="ftr" sz="quarter" idx="16"/>
          </p:nvPr>
        </p:nvSpPr>
        <p:spPr>
          <a:xfrm>
            <a:off x="5157368" y="6309360"/>
            <a:ext cx="1444752" cy="548640"/>
          </a:xfrm>
        </p:spPr>
        <p:txBody>
          <a:bodyPr lIns="91440" rIns="91440"/>
          <a:lstStyle>
            <a:lvl1pPr algn="l">
              <a:defRPr b="0"/>
            </a:lvl1pPr>
          </a:lstStyle>
          <a:p>
            <a:endParaRPr lang="en-US" b="0" dirty="0"/>
          </a:p>
        </p:txBody>
      </p:sp>
      <p:sp>
        <p:nvSpPr>
          <p:cNvPr id="15" name="Date Placeholder 14">
            <a:extLst>
              <a:ext uri="{FF2B5EF4-FFF2-40B4-BE49-F238E27FC236}">
                <a16:creationId xmlns:a16="http://schemas.microsoft.com/office/drawing/2014/main" id="{D1819327-8877-34E6-BAFE-8B1ADD1A026A}"/>
              </a:ext>
            </a:extLst>
          </p:cNvPr>
          <p:cNvSpPr>
            <a:spLocks noGrp="1"/>
          </p:cNvSpPr>
          <p:nvPr>
            <p:ph type="dt" sz="half" idx="15"/>
          </p:nvPr>
        </p:nvSpPr>
        <p:spPr/>
        <p:txBody>
          <a:bodyPr/>
          <a:lstStyle>
            <a:lvl1pPr>
              <a:defRPr b="0"/>
            </a:lvl1pPr>
          </a:lstStyle>
          <a:p>
            <a:fld id="{375FA41B-5F76-41CD-B49E-9A2C1EDBDC1C}" type="datetime1">
              <a:rPr lang="en-US" smtClean="0"/>
              <a:t>5/5/2026</a:t>
            </a:fld>
            <a:endParaRPr lang="en-US" b="0" dirty="0"/>
          </a:p>
        </p:txBody>
      </p:sp>
      <p:sp>
        <p:nvSpPr>
          <p:cNvPr id="17" name="Slide Number Placeholder 16">
            <a:extLst>
              <a:ext uri="{FF2B5EF4-FFF2-40B4-BE49-F238E27FC236}">
                <a16:creationId xmlns:a16="http://schemas.microsoft.com/office/drawing/2014/main" id="{8D186B16-8BC2-A5C9-BAAE-FADB9B1DAD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5504876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3319"/>
            <a:ext cx="6355080" cy="128016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2103120"/>
            <a:ext cx="635508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18C2F483-D495-8615-D65D-DA8600D576F9}"/>
              </a:ext>
            </a:extLst>
          </p:cNvPr>
          <p:cNvSpPr>
            <a:spLocks noGrp="1"/>
          </p:cNvSpPr>
          <p:nvPr>
            <p:ph type="ftr" sz="quarter" idx="16"/>
          </p:nvPr>
        </p:nvSpPr>
        <p:spPr/>
        <p:txBody>
          <a:bodyPr/>
          <a:lstStyle>
            <a:lvl1pPr>
              <a:defRPr b="1"/>
            </a:lvl1pPr>
          </a:lstStyle>
          <a:p>
            <a:endParaRPr lang="en-US" b="1" dirty="0"/>
          </a:p>
        </p:txBody>
      </p:sp>
      <p:sp>
        <p:nvSpPr>
          <p:cNvPr id="15" name="Date Placeholder 14">
            <a:extLst>
              <a:ext uri="{FF2B5EF4-FFF2-40B4-BE49-F238E27FC236}">
                <a16:creationId xmlns:a16="http://schemas.microsoft.com/office/drawing/2014/main" id="{85C5EF50-1752-13E9-6E42-5841ABC0FBEA}"/>
              </a:ext>
            </a:extLst>
          </p:cNvPr>
          <p:cNvSpPr>
            <a:spLocks noGrp="1"/>
          </p:cNvSpPr>
          <p:nvPr>
            <p:ph type="dt" sz="half" idx="15"/>
          </p:nvPr>
        </p:nvSpPr>
        <p:spPr>
          <a:xfrm>
            <a:off x="6126480" y="6309360"/>
            <a:ext cx="914400" cy="548640"/>
          </a:xfrm>
        </p:spPr>
        <p:txBody>
          <a:bodyPr lIns="91440" rIns="91440"/>
          <a:lstStyle>
            <a:lvl1pPr algn="r">
              <a:defRPr b="1"/>
            </a:lvl1pPr>
          </a:lstStyle>
          <a:p>
            <a:fld id="{88367745-4856-49AE-A6C9-D1DAB93EF8FA}" type="datetime1">
              <a:rPr lang="en-US" smtClean="0"/>
              <a:t>5/5/2026</a:t>
            </a:fld>
            <a:endParaRPr lang="en-US" b="1" dirty="0"/>
          </a:p>
        </p:txBody>
      </p:sp>
      <p:sp>
        <p:nvSpPr>
          <p:cNvPr id="17" name="Slide Number Placeholder 16">
            <a:extLst>
              <a:ext uri="{FF2B5EF4-FFF2-40B4-BE49-F238E27FC236}">
                <a16:creationId xmlns:a16="http://schemas.microsoft.com/office/drawing/2014/main" id="{88303AB8-17D0-98A6-4FC4-DA144A3C3D03}"/>
              </a:ext>
            </a:extLst>
          </p:cNvPr>
          <p:cNvSpPr>
            <a:spLocks noGrp="1"/>
          </p:cNvSpPr>
          <p:nvPr>
            <p:ph type="sldNum" sz="quarter" idx="17"/>
          </p:nvPr>
        </p:nvSpPr>
        <p:spPr/>
        <p:txBody>
          <a:bodyPr/>
          <a:lstStyle>
            <a:lvl1pPr>
              <a:defRPr b="1"/>
            </a:lvl1pPr>
          </a:lstStyle>
          <a:p>
            <a:fld id="{AEAA3239-9EA4-4A65-A281-97F994456D9F}" type="slidenum">
              <a:rPr lang="en-US" smtClean="0"/>
              <a:pPr/>
              <a:t>‹#›</a:t>
            </a:fld>
            <a:endParaRPr lang="en-US" b="1" dirty="0"/>
          </a:p>
        </p:txBody>
      </p:sp>
    </p:spTree>
    <p:extLst>
      <p:ext uri="{BB962C8B-B14F-4D97-AF65-F5344CB8AC3E}">
        <p14:creationId xmlns:p14="http://schemas.microsoft.com/office/powerpoint/2010/main" val="22131648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800600" cy="40301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98699" y="1929384"/>
            <a:ext cx="619329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E1855EEC-64A7-8557-00F2-34BAD55D7715}"/>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8B5ECB5-3EA6-02B7-F063-A5E730E7FD12}"/>
              </a:ext>
            </a:extLst>
          </p:cNvPr>
          <p:cNvSpPr>
            <a:spLocks noGrp="1"/>
          </p:cNvSpPr>
          <p:nvPr>
            <p:ph type="dt" sz="half" idx="15"/>
          </p:nvPr>
        </p:nvSpPr>
        <p:spPr>
          <a:xfrm>
            <a:off x="4572000" y="6309360"/>
            <a:ext cx="914400" cy="548640"/>
          </a:xfrm>
        </p:spPr>
        <p:txBody>
          <a:bodyPr lIns="91440" rIns="91440"/>
          <a:lstStyle>
            <a:lvl1pPr algn="r">
              <a:defRPr b="0"/>
            </a:lvl1pPr>
          </a:lstStyle>
          <a:p>
            <a:fld id="{3EB76EE7-2380-45A8-B8C0-428576EBCDCC}" type="datetime1">
              <a:rPr lang="en-US" smtClean="0"/>
              <a:t>5/5/2026</a:t>
            </a:fld>
            <a:endParaRPr lang="en-US" b="0" dirty="0"/>
          </a:p>
        </p:txBody>
      </p:sp>
      <p:sp>
        <p:nvSpPr>
          <p:cNvPr id="6" name="Slide Number Placeholder 5">
            <a:extLst>
              <a:ext uri="{FF2B5EF4-FFF2-40B4-BE49-F238E27FC236}">
                <a16:creationId xmlns:a16="http://schemas.microsoft.com/office/drawing/2014/main" id="{D14ADD5B-B467-5C77-6425-DA88FE2B1475}"/>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17264029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94053" cy="822960"/>
          </a:xfrm>
        </p:spPr>
        <p:txBody>
          <a:bodyPr anchor="b"/>
          <a:lstStyle>
            <a:lvl1pPr>
              <a:defRPr>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6A41B650-18FE-DC40-485C-2F6529635CD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7B348545-42A7-9AA3-FDA3-0A5D1AE56FB9}"/>
              </a:ext>
            </a:extLst>
          </p:cNvPr>
          <p:cNvSpPr>
            <a:spLocks noGrp="1"/>
          </p:cNvSpPr>
          <p:nvPr>
            <p:ph type="dt" sz="half" idx="15"/>
          </p:nvPr>
        </p:nvSpPr>
        <p:spPr/>
        <p:txBody>
          <a:bodyPr/>
          <a:lstStyle>
            <a:lvl1pPr>
              <a:defRPr b="0"/>
            </a:lvl1pPr>
          </a:lstStyle>
          <a:p>
            <a:fld id="{E16A7A86-5B54-4D41-82BA-BA88ECE08AF3}" type="datetime1">
              <a:rPr lang="en-US" smtClean="0"/>
              <a:t>5/5/2026</a:t>
            </a:fld>
            <a:endParaRPr lang="en-US" b="0" dirty="0"/>
          </a:p>
        </p:txBody>
      </p:sp>
      <p:sp>
        <p:nvSpPr>
          <p:cNvPr id="7" name="Slide Number Placeholder 6">
            <a:extLst>
              <a:ext uri="{FF2B5EF4-FFF2-40B4-BE49-F238E27FC236}">
                <a16:creationId xmlns:a16="http://schemas.microsoft.com/office/drawing/2014/main" id="{FF60A5CF-2AD2-248B-9334-21FE69E9CDDE}"/>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307731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2" y="1929384"/>
            <a:ext cx="618942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0" y="1929384"/>
            <a:ext cx="4800600"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8F1B851-608B-7220-2C62-244DD0B1459F}"/>
              </a:ext>
            </a:extLst>
          </p:cNvPr>
          <p:cNvSpPr>
            <a:spLocks noGrp="1"/>
          </p:cNvSpPr>
          <p:nvPr>
            <p:ph type="ftr" sz="quarter" idx="16"/>
          </p:nvPr>
        </p:nvSpPr>
        <p:spPr>
          <a:xfrm>
            <a:off x="6675120"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4EE344B6-8ED4-0C8A-B0B8-E4C9D63791F1}"/>
              </a:ext>
            </a:extLst>
          </p:cNvPr>
          <p:cNvSpPr>
            <a:spLocks noGrp="1"/>
          </p:cNvSpPr>
          <p:nvPr>
            <p:ph type="dt" sz="half" idx="15"/>
          </p:nvPr>
        </p:nvSpPr>
        <p:spPr/>
        <p:txBody>
          <a:bodyPr/>
          <a:lstStyle>
            <a:lvl1pPr>
              <a:defRPr b="0"/>
            </a:lvl1pPr>
          </a:lstStyle>
          <a:p>
            <a:fld id="{72462FC5-90E4-4DDE-883F-FF979CED633F}" type="datetime1">
              <a:rPr lang="en-US" smtClean="0"/>
              <a:t>5/5/2026</a:t>
            </a:fld>
            <a:endParaRPr lang="en-US" b="0" dirty="0"/>
          </a:p>
        </p:txBody>
      </p:sp>
      <p:sp>
        <p:nvSpPr>
          <p:cNvPr id="6" name="Slide Number Placeholder 5">
            <a:extLst>
              <a:ext uri="{FF2B5EF4-FFF2-40B4-BE49-F238E27FC236}">
                <a16:creationId xmlns:a16="http://schemas.microsoft.com/office/drawing/2014/main" id="{AE56488B-0EEA-1A94-5A62-0F33581B0B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0524875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6008" y="685800"/>
            <a:ext cx="6858000" cy="9144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6008" y="1737360"/>
            <a:ext cx="685800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12">
            <a:extLst>
              <a:ext uri="{FF2B5EF4-FFF2-40B4-BE49-F238E27FC236}">
                <a16:creationId xmlns:a16="http://schemas.microsoft.com/office/drawing/2014/main" id="{1896DE65-117D-2465-6BE7-21C9A149D165}"/>
              </a:ext>
            </a:extLst>
          </p:cNvPr>
          <p:cNvSpPr>
            <a:spLocks noGrp="1"/>
          </p:cNvSpPr>
          <p:nvPr>
            <p:ph type="ftr" sz="quarter" idx="16"/>
          </p:nvPr>
        </p:nvSpPr>
        <p:spPr>
          <a:xfrm>
            <a:off x="4636008" y="6309360"/>
            <a:ext cx="1444752" cy="548640"/>
          </a:xfrm>
        </p:spPr>
        <p:txBody>
          <a:bodyPr lIns="91440" rIns="91440"/>
          <a:lstStyle>
            <a:lvl1pPr algn="l">
              <a:defRPr b="0"/>
            </a:lvl1pPr>
          </a:lstStyle>
          <a:p>
            <a:endParaRPr lang="en-US" b="0" dirty="0"/>
          </a:p>
        </p:txBody>
      </p:sp>
      <p:sp>
        <p:nvSpPr>
          <p:cNvPr id="12" name="Date Placeholder 11">
            <a:extLst>
              <a:ext uri="{FF2B5EF4-FFF2-40B4-BE49-F238E27FC236}">
                <a16:creationId xmlns:a16="http://schemas.microsoft.com/office/drawing/2014/main" id="{BEAF1A48-6BB3-ACD3-DB15-8F9DA66C555D}"/>
              </a:ext>
            </a:extLst>
          </p:cNvPr>
          <p:cNvSpPr>
            <a:spLocks noGrp="1"/>
          </p:cNvSpPr>
          <p:nvPr>
            <p:ph type="dt" sz="half" idx="15"/>
          </p:nvPr>
        </p:nvSpPr>
        <p:spPr/>
        <p:txBody>
          <a:bodyPr/>
          <a:lstStyle>
            <a:lvl1pPr>
              <a:defRPr b="0"/>
            </a:lvl1pPr>
          </a:lstStyle>
          <a:p>
            <a:fld id="{262EF1AD-4170-453C-B59E-FD92AD0FDED9}" type="datetime1">
              <a:rPr lang="en-US" smtClean="0"/>
              <a:t>5/5/2026</a:t>
            </a:fld>
            <a:endParaRPr lang="en-US" b="0" dirty="0"/>
          </a:p>
        </p:txBody>
      </p:sp>
      <p:sp>
        <p:nvSpPr>
          <p:cNvPr id="14" name="Slide Number Placeholder 13">
            <a:extLst>
              <a:ext uri="{FF2B5EF4-FFF2-40B4-BE49-F238E27FC236}">
                <a16:creationId xmlns:a16="http://schemas.microsoft.com/office/drawing/2014/main" id="{B415E3A1-7470-0D90-97BB-7526A64B4DEC}"/>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89581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6812280" cy="9144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737360"/>
            <a:ext cx="681228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2ECEE378-E274-E926-096B-A8B854278FA6}"/>
              </a:ext>
            </a:extLst>
          </p:cNvPr>
          <p:cNvSpPr>
            <a:spLocks noGrp="1"/>
          </p:cNvSpPr>
          <p:nvPr>
            <p:ph type="ftr" sz="quarter" idx="16"/>
          </p:nvPr>
        </p:nvSpPr>
        <p:spPr/>
        <p:txBody>
          <a:bodyPr/>
          <a:lstStyle>
            <a:lvl1pPr>
              <a:defRPr b="0"/>
            </a:lvl1pPr>
          </a:lstStyle>
          <a:p>
            <a:endParaRPr lang="en-US" b="0" dirty="0"/>
          </a:p>
        </p:txBody>
      </p:sp>
      <p:sp>
        <p:nvSpPr>
          <p:cNvPr id="12" name="Date Placeholder 11">
            <a:extLst>
              <a:ext uri="{FF2B5EF4-FFF2-40B4-BE49-F238E27FC236}">
                <a16:creationId xmlns:a16="http://schemas.microsoft.com/office/drawing/2014/main" id="{B1243D9C-0834-615A-B649-E632756F21F8}"/>
              </a:ext>
            </a:extLst>
          </p:cNvPr>
          <p:cNvSpPr>
            <a:spLocks noGrp="1"/>
          </p:cNvSpPr>
          <p:nvPr>
            <p:ph type="dt" sz="half" idx="15"/>
          </p:nvPr>
        </p:nvSpPr>
        <p:spPr>
          <a:xfrm>
            <a:off x="6583680" y="6309360"/>
            <a:ext cx="914400" cy="548640"/>
          </a:xfrm>
        </p:spPr>
        <p:txBody>
          <a:bodyPr lIns="91440" rIns="91440"/>
          <a:lstStyle>
            <a:lvl1pPr algn="r">
              <a:defRPr b="0"/>
            </a:lvl1pPr>
          </a:lstStyle>
          <a:p>
            <a:fld id="{44B74F20-C0BB-4D94-B309-38BDB995C3C2}" type="datetime1">
              <a:rPr lang="en-US" smtClean="0"/>
              <a:t>5/5/2026</a:t>
            </a:fld>
            <a:endParaRPr lang="en-US" b="0" dirty="0"/>
          </a:p>
        </p:txBody>
      </p:sp>
      <p:sp>
        <p:nvSpPr>
          <p:cNvPr id="14" name="Slide Number Placeholder 13">
            <a:extLst>
              <a:ext uri="{FF2B5EF4-FFF2-40B4-BE49-F238E27FC236}">
                <a16:creationId xmlns:a16="http://schemas.microsoft.com/office/drawing/2014/main" id="{0AD180D2-D0B3-DC9C-4936-A37A5DA4A17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33045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599431" cy="1269482"/>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577840" cy="54053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B2D4D09-E82C-B2F9-ABEA-3B875C8BF2F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83C02B8D-0ADF-A11C-5121-599A31B18989}"/>
              </a:ext>
            </a:extLst>
          </p:cNvPr>
          <p:cNvSpPr>
            <a:spLocks noGrp="1"/>
          </p:cNvSpPr>
          <p:nvPr>
            <p:ph type="dt" sz="half" idx="15"/>
          </p:nvPr>
        </p:nvSpPr>
        <p:spPr/>
        <p:txBody>
          <a:bodyPr/>
          <a:lstStyle>
            <a:lvl1pPr>
              <a:defRPr b="0"/>
            </a:lvl1pPr>
          </a:lstStyle>
          <a:p>
            <a:fld id="{7D3A4631-D991-4A9E-B46A-5EF9ABB1988C}" type="datetime1">
              <a:rPr lang="en-US" smtClean="0"/>
              <a:t>5/5/2026</a:t>
            </a:fld>
            <a:endParaRPr lang="en-US" b="0" dirty="0"/>
          </a:p>
        </p:txBody>
      </p:sp>
      <p:sp>
        <p:nvSpPr>
          <p:cNvPr id="9" name="Slide Number Placeholder 8">
            <a:extLst>
              <a:ext uri="{FF2B5EF4-FFF2-40B4-BE49-F238E27FC236}">
                <a16:creationId xmlns:a16="http://schemas.microsoft.com/office/drawing/2014/main" id="{61E2F665-EA6F-42DF-E0C8-3A454ADCE2F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14638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696859" cy="1316347"/>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28616" y="685800"/>
            <a:ext cx="658368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C34F1205-3AF5-4F37-74F5-48272216412E}"/>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ED8BD35-A31C-E5F7-034A-D16A1ED517CB}"/>
              </a:ext>
            </a:extLst>
          </p:cNvPr>
          <p:cNvSpPr>
            <a:spLocks noGrp="1"/>
          </p:cNvSpPr>
          <p:nvPr>
            <p:ph type="dt" sz="half" idx="15"/>
          </p:nvPr>
        </p:nvSpPr>
        <p:spPr/>
        <p:txBody>
          <a:bodyPr/>
          <a:lstStyle/>
          <a:p>
            <a:fld id="{E79B0CB9-6F49-43E8-A6A7-0A4878A4BB79}" type="datetime1">
              <a:rPr lang="en-US" smtClean="0"/>
              <a:t>5/5/2026</a:t>
            </a:fld>
            <a:endParaRPr lang="en-US" sz="900" dirty="0"/>
          </a:p>
        </p:txBody>
      </p:sp>
      <p:sp>
        <p:nvSpPr>
          <p:cNvPr id="13" name="Slide Number Placeholder 12">
            <a:extLst>
              <a:ext uri="{FF2B5EF4-FFF2-40B4-BE49-F238E27FC236}">
                <a16:creationId xmlns:a16="http://schemas.microsoft.com/office/drawing/2014/main" id="{0B842F13-DBA9-56D9-62B0-1F24805D0AE3}"/>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3031870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89785" y="0"/>
            <a:ext cx="2340864" cy="234086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85432" y="3913632"/>
            <a:ext cx="4620768" cy="201168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6189785" y="3297117"/>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08B8947E-AADD-4C65-AABF-6CEA28A0E349}" type="datetime1">
              <a:rPr lang="en-US" smtClean="0"/>
              <a:t>5/5/2026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2019102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9600" y="685800"/>
            <a:ext cx="7086600" cy="1994799"/>
          </a:xfrm>
        </p:spPr>
        <p:txBody>
          <a:bodyPr anchor="b"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5800" y="1849317"/>
            <a:ext cx="289560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19600" y="3913632"/>
            <a:ext cx="3657600" cy="228600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4419600" y="3297117"/>
            <a:ext cx="7772400"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4A44E70E-64FD-4C01-96B7-4D0575065761}" type="datetime1">
              <a:rPr lang="en-US" smtClean="0"/>
              <a:t>5/5/2026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666151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9204960" cy="1994799"/>
          </a:xfrm>
        </p:spPr>
        <p:txBody>
          <a:bodyPr anchor="b" anchorCtr="0">
            <a:norm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5800" y="2971800"/>
            <a:ext cx="4297680" cy="2286000"/>
          </a:xfrm>
        </p:spPr>
        <p:txBody>
          <a:bodyPr>
            <a:normAutofit/>
          </a:bodyPr>
          <a:lstStyle>
            <a:lvl1pPr>
              <a:defRPr sz="1400">
                <a:solidFill>
                  <a:schemeClr val="accent3"/>
                </a:solidFill>
              </a:defRPr>
            </a:lvl1pPr>
            <a:lvl2pPr>
              <a:defRPr sz="1400">
                <a:solidFill>
                  <a:schemeClr val="accent3"/>
                </a:solidFill>
              </a:defRPr>
            </a:lvl2pPr>
            <a:lvl3pPr>
              <a:defRPr sz="1400">
                <a:solidFill>
                  <a:schemeClr val="accent3"/>
                </a:solidFill>
              </a:defRPr>
            </a:lvl3pPr>
            <a:lvl4pPr>
              <a:defRPr sz="1400">
                <a:solidFill>
                  <a:schemeClr val="accent3"/>
                </a:solidFill>
              </a:defRPr>
            </a:lvl4pPr>
            <a:lvl5pPr>
              <a:defRPr sz="1400">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867400" y="3947050"/>
            <a:ext cx="402336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1A9B7AE2-381D-4479-85FA-DDC6B048397D}" type="datetime1">
              <a:rPr lang="en-US" smtClean="0"/>
              <a:t>5/5/2026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45243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0E36C6-12C4-A224-626E-2C76DF8CE206}"/>
              </a:ext>
            </a:extLst>
          </p:cNvPr>
          <p:cNvSpPr>
            <a:spLocks noGrp="1"/>
          </p:cNvSpPr>
          <p:nvPr>
            <p:ph type="title"/>
          </p:nvPr>
        </p:nvSpPr>
        <p:spPr>
          <a:xfrm>
            <a:off x="685800" y="4343400"/>
            <a:ext cx="6400800" cy="1554480"/>
          </a:xfrm>
        </p:spPr>
        <p:txBody>
          <a:bodyPr anchor="t">
            <a:normAutofit/>
          </a:bodyPr>
          <a:lstStyle>
            <a:lvl1pPr>
              <a:lnSpc>
                <a:spcPct val="110000"/>
              </a:lnSpc>
              <a:defRPr sz="2600" b="0">
                <a:solidFill>
                  <a:schemeClr val="accent4"/>
                </a:solidFill>
                <a:latin typeface="+mn-lt"/>
              </a:defRPr>
            </a:lvl1pPr>
          </a:lstStyle>
          <a:p>
            <a:r>
              <a:rPr lang="en-US"/>
              <a:t>Click to edit Master title style</a:t>
            </a:r>
          </a:p>
        </p:txBody>
      </p:sp>
      <p:sp>
        <p:nvSpPr>
          <p:cNvPr id="8" name="Footer Placeholder 7">
            <a:extLst>
              <a:ext uri="{FF2B5EF4-FFF2-40B4-BE49-F238E27FC236}">
                <a16:creationId xmlns:a16="http://schemas.microsoft.com/office/drawing/2014/main" id="{CDB53A99-6BE0-BB52-0F56-44CC0927B187}"/>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8E535CB3-CCA9-4326-77FA-5E6B8EF92084}"/>
              </a:ext>
            </a:extLst>
          </p:cNvPr>
          <p:cNvSpPr>
            <a:spLocks noGrp="1"/>
          </p:cNvSpPr>
          <p:nvPr>
            <p:ph type="dt" sz="half" idx="14"/>
          </p:nvPr>
        </p:nvSpPr>
        <p:spPr/>
        <p:txBody>
          <a:bodyPr/>
          <a:lstStyle>
            <a:lvl1pPr>
              <a:defRPr b="0">
                <a:solidFill>
                  <a:schemeClr val="accent5"/>
                </a:solidFill>
              </a:defRPr>
            </a:lvl1pPr>
          </a:lstStyle>
          <a:p>
            <a:fld id="{CCD0B644-7353-47FB-A9CD-90C1EC5198C5}" type="datetime1">
              <a:rPr lang="en-US" smtClean="0"/>
              <a:t>5/5/2026</a:t>
            </a:fld>
            <a:endParaRPr lang="en-US" b="0" dirty="0"/>
          </a:p>
        </p:txBody>
      </p:sp>
      <p:sp>
        <p:nvSpPr>
          <p:cNvPr id="9" name="Slide Number Placeholder 8">
            <a:extLst>
              <a:ext uri="{FF2B5EF4-FFF2-40B4-BE49-F238E27FC236}">
                <a16:creationId xmlns:a16="http://schemas.microsoft.com/office/drawing/2014/main" id="{BE0CF0A1-8196-D811-F81F-2062199D6CD4}"/>
              </a:ext>
            </a:extLst>
          </p:cNvPr>
          <p:cNvSpPr>
            <a:spLocks noGrp="1"/>
          </p:cNvSpPr>
          <p:nvPr>
            <p:ph type="sldNum" sz="quarter" idx="16"/>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
        <p:nvSpPr>
          <p:cNvPr id="4" name="Content Placeholder 4">
            <a:extLst>
              <a:ext uri="{FF2B5EF4-FFF2-40B4-BE49-F238E27FC236}">
                <a16:creationId xmlns:a16="http://schemas.microsoft.com/office/drawing/2014/main" id="{44B83042-AD1A-B6FF-E43A-53B8F34BF5D2}"/>
              </a:ext>
            </a:extLst>
          </p:cNvPr>
          <p:cNvSpPr>
            <a:spLocks noGrp="1"/>
          </p:cNvSpPr>
          <p:nvPr>
            <p:ph sz="quarter" idx="17" hasCustomPrompt="1"/>
          </p:nvPr>
        </p:nvSpPr>
        <p:spPr>
          <a:xfrm>
            <a:off x="685800" y="685270"/>
            <a:ext cx="10542588" cy="4208463"/>
          </a:xfrm>
        </p:spPr>
        <p:txBody>
          <a:bodyPr anchor="b"/>
          <a:lstStyle>
            <a:lvl1pPr>
              <a:buNone/>
              <a:defRPr sz="27000" b="1">
                <a:solidFill>
                  <a:schemeClr val="accent2"/>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Tree>
    <p:extLst>
      <p:ext uri="{BB962C8B-B14F-4D97-AF65-F5344CB8AC3E}">
        <p14:creationId xmlns:p14="http://schemas.microsoft.com/office/powerpoint/2010/main" val="3653914051"/>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71906-FF1C-7007-520A-0D59214B56F1}"/>
              </a:ext>
            </a:extLst>
          </p:cNvPr>
          <p:cNvSpPr>
            <a:spLocks noGrp="1"/>
          </p:cNvSpPr>
          <p:nvPr>
            <p:ph type="title"/>
          </p:nvPr>
        </p:nvSpPr>
        <p:spPr>
          <a:xfrm>
            <a:off x="7086598" y="2133601"/>
            <a:ext cx="4419602" cy="2819399"/>
          </a:xfrm>
        </p:spPr>
        <p:txBody>
          <a:bodyPr anchor="t">
            <a:normAutofit/>
          </a:bodyPr>
          <a:lstStyle>
            <a:lvl1pPr>
              <a:lnSpc>
                <a:spcPct val="110000"/>
              </a:lnSpc>
              <a:defRPr sz="28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0D7F0F0C-FFF4-C46A-9C4D-C4FEE4AF4EDC}"/>
              </a:ext>
            </a:extLst>
          </p:cNvPr>
          <p:cNvSpPr>
            <a:spLocks noGrp="1"/>
          </p:cNvSpPr>
          <p:nvPr>
            <p:ph sz="quarter" idx="17" hasCustomPrompt="1"/>
          </p:nvPr>
        </p:nvSpPr>
        <p:spPr>
          <a:xfrm>
            <a:off x="685800" y="2019300"/>
            <a:ext cx="5943600" cy="3566160"/>
          </a:xfrm>
        </p:spPr>
        <p:txBody>
          <a:bodyPr anchor="t"/>
          <a:lstStyle>
            <a:lvl1pPr>
              <a:lnSpc>
                <a:spcPct val="90000"/>
              </a:lnSpc>
              <a:buNone/>
              <a:defRPr sz="20000" b="1">
                <a:solidFill>
                  <a:schemeClr val="accent3"/>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D152274D-6DE6-72DB-B973-7A95BCE923B1}"/>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44322537-6020-4AF7-85B9-F89784BBF540}"/>
              </a:ext>
            </a:extLst>
          </p:cNvPr>
          <p:cNvSpPr>
            <a:spLocks noGrp="1"/>
          </p:cNvSpPr>
          <p:nvPr>
            <p:ph type="dt" sz="half" idx="14"/>
          </p:nvPr>
        </p:nvSpPr>
        <p:spPr/>
        <p:txBody>
          <a:bodyPr/>
          <a:lstStyle/>
          <a:p>
            <a:fld id="{00972090-F95D-4FB8-8306-BA3C45D77902}" type="datetime1">
              <a:rPr lang="en-US" smtClean="0"/>
              <a:t>5/5/2026</a:t>
            </a:fld>
            <a:endParaRPr lang="en-US" sz="900" dirty="0"/>
          </a:p>
        </p:txBody>
      </p:sp>
      <p:sp>
        <p:nvSpPr>
          <p:cNvPr id="12" name="Slide Number Placeholder 11">
            <a:extLst>
              <a:ext uri="{FF2B5EF4-FFF2-40B4-BE49-F238E27FC236}">
                <a16:creationId xmlns:a16="http://schemas.microsoft.com/office/drawing/2014/main" id="{AC16AC84-07A9-AC7D-B1FA-86EE8D5AF94F}"/>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11468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53039EA1-AD3C-6097-4DDF-F5608D616109}"/>
              </a:ext>
            </a:extLst>
          </p:cNvPr>
          <p:cNvSpPr>
            <a:spLocks noGrp="1"/>
          </p:cNvSpPr>
          <p:nvPr>
            <p:ph type="title"/>
          </p:nvPr>
        </p:nvSpPr>
        <p:spPr>
          <a:xfrm>
            <a:off x="6189784" y="4602480"/>
            <a:ext cx="5316416" cy="1554480"/>
          </a:xfrm>
        </p:spPr>
        <p:txBody>
          <a:bodyPr anchor="t">
            <a:normAutofit/>
          </a:bodyPr>
          <a:lstStyle>
            <a:lvl1pPr>
              <a:lnSpc>
                <a:spcPct val="110000"/>
              </a:lnSpc>
              <a:defRPr sz="26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61D45916-3648-A6CB-FEF5-ABDC163C5BFC}"/>
              </a:ext>
            </a:extLst>
          </p:cNvPr>
          <p:cNvSpPr>
            <a:spLocks noGrp="1"/>
          </p:cNvSpPr>
          <p:nvPr>
            <p:ph sz="quarter" idx="17" hasCustomPrompt="1"/>
          </p:nvPr>
        </p:nvSpPr>
        <p:spPr>
          <a:xfrm>
            <a:off x="685800" y="381000"/>
            <a:ext cx="7254240" cy="3474719"/>
          </a:xfrm>
        </p:spPr>
        <p:txBody>
          <a:bodyPr anchor="t"/>
          <a:lstStyle>
            <a:lvl1pPr>
              <a:lnSpc>
                <a:spcPct val="90000"/>
              </a:lnSpc>
              <a:buNone/>
              <a:defRPr sz="23000" b="1">
                <a:solidFill>
                  <a:schemeClr val="accent1"/>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0FF07871-E04F-A612-3847-493AD17EC970}"/>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1AEF37F4-9E77-D7A5-972D-44CD54192749}"/>
              </a:ext>
            </a:extLst>
          </p:cNvPr>
          <p:cNvSpPr>
            <a:spLocks noGrp="1"/>
          </p:cNvSpPr>
          <p:nvPr>
            <p:ph type="dt" sz="half" idx="14"/>
          </p:nvPr>
        </p:nvSpPr>
        <p:spPr/>
        <p:txBody>
          <a:bodyPr/>
          <a:lstStyle/>
          <a:p>
            <a:fld id="{497AC601-0A5D-4EE4-A09C-B2ED94683408}" type="datetime1">
              <a:rPr lang="en-US" smtClean="0"/>
              <a:t>5/5/2026</a:t>
            </a:fld>
            <a:endParaRPr lang="en-US" sz="900" dirty="0"/>
          </a:p>
        </p:txBody>
      </p:sp>
      <p:sp>
        <p:nvSpPr>
          <p:cNvPr id="12" name="Slide Number Placeholder 11">
            <a:extLst>
              <a:ext uri="{FF2B5EF4-FFF2-40B4-BE49-F238E27FC236}">
                <a16:creationId xmlns:a16="http://schemas.microsoft.com/office/drawing/2014/main" id="{94596C69-4405-AC98-2DEE-E2947221E9FB}"/>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F5632890-866D-1CA1-4620-7881649304CA}"/>
              </a:ext>
            </a:extLst>
          </p:cNvPr>
          <p:cNvCxnSpPr>
            <a:cxnSpLocks/>
          </p:cNvCxnSpPr>
          <p:nvPr userDrawn="1"/>
        </p:nvCxnSpPr>
        <p:spPr>
          <a:xfrm>
            <a:off x="6189785" y="4114800"/>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566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74552A-A41B-0895-6EF6-738C28821467}"/>
              </a:ext>
            </a:extLst>
          </p:cNvPr>
          <p:cNvSpPr>
            <a:spLocks noGrp="1"/>
          </p:cNvSpPr>
          <p:nvPr>
            <p:ph type="title"/>
          </p:nvPr>
        </p:nvSpPr>
        <p:spPr>
          <a:xfrm>
            <a:off x="6934200" y="2636520"/>
            <a:ext cx="4572000" cy="3154680"/>
          </a:xfrm>
        </p:spPr>
        <p:txBody>
          <a:bodyPr anchor="t">
            <a:normAutofit/>
          </a:bodyPr>
          <a:lstStyle>
            <a:lvl1pPr>
              <a:lnSpc>
                <a:spcPct val="110000"/>
              </a:lnSpc>
              <a:defRPr sz="2000" b="0">
                <a:solidFill>
                  <a:schemeClr val="accent4"/>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2313E2DC-44BB-3688-3B61-B3DA96D58E2B}"/>
              </a:ext>
            </a:extLst>
          </p:cNvPr>
          <p:cNvSpPr>
            <a:spLocks noGrp="1"/>
          </p:cNvSpPr>
          <p:nvPr>
            <p:ph sz="quarter" idx="17" hasCustomPrompt="1"/>
          </p:nvPr>
        </p:nvSpPr>
        <p:spPr>
          <a:xfrm>
            <a:off x="685800" y="1844038"/>
            <a:ext cx="5669280" cy="4297681"/>
          </a:xfrm>
        </p:spPr>
        <p:txBody>
          <a:bodyPr anchor="t"/>
          <a:lstStyle>
            <a:lvl1pPr>
              <a:lnSpc>
                <a:spcPct val="90000"/>
              </a:lnSpc>
              <a:buNone/>
              <a:defRPr sz="18500" b="1">
                <a:solidFill>
                  <a:schemeClr val="accent5"/>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6E412CA3-624D-9EC5-0455-269A0F19703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0C9E9582-BFC4-2DE1-AAC3-77216CD8AF10}"/>
              </a:ext>
            </a:extLst>
          </p:cNvPr>
          <p:cNvSpPr>
            <a:spLocks noGrp="1"/>
          </p:cNvSpPr>
          <p:nvPr>
            <p:ph type="dt" sz="half" idx="14"/>
          </p:nvPr>
        </p:nvSpPr>
        <p:spPr/>
        <p:txBody>
          <a:bodyPr/>
          <a:lstStyle>
            <a:lvl1pPr>
              <a:defRPr>
                <a:solidFill>
                  <a:schemeClr val="accent5"/>
                </a:solidFill>
              </a:defRPr>
            </a:lvl1pPr>
          </a:lstStyle>
          <a:p>
            <a:fld id="{928E9DBA-F574-49B8-A000-DD2C6733F410}" type="datetime1">
              <a:rPr lang="en-US" smtClean="0"/>
              <a:t>5/5/2026</a:t>
            </a:fld>
            <a:endParaRPr lang="en-US" dirty="0"/>
          </a:p>
        </p:txBody>
      </p:sp>
      <p:sp>
        <p:nvSpPr>
          <p:cNvPr id="12" name="Slide Number Placeholder 11">
            <a:extLst>
              <a:ext uri="{FF2B5EF4-FFF2-40B4-BE49-F238E27FC236}">
                <a16:creationId xmlns:a16="http://schemas.microsoft.com/office/drawing/2014/main" id="{B6CA68CC-04B7-B57A-4A1D-6732593FE209}"/>
              </a:ext>
            </a:extLst>
          </p:cNvPr>
          <p:cNvSpPr>
            <a:spLocks noGrp="1"/>
          </p:cNvSpPr>
          <p:nvPr>
            <p:ph type="sldNum" sz="quarter" idx="16"/>
          </p:nvPr>
        </p:nvSpPr>
        <p:spPr>
          <a:solidFill>
            <a:schemeClr val="accent1">
              <a:lumMod val="90000"/>
              <a:lumOff val="10000"/>
            </a:schemeClr>
          </a:solidFill>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9D723FA3-CE00-5B24-003F-AB5A48CB4990}"/>
              </a:ext>
            </a:extLst>
          </p:cNvPr>
          <p:cNvCxnSpPr>
            <a:cxnSpLocks/>
          </p:cNvCxnSpPr>
          <p:nvPr userDrawn="1"/>
        </p:nvCxnSpPr>
        <p:spPr>
          <a:xfrm>
            <a:off x="6934200" y="2118897"/>
            <a:ext cx="5257800" cy="0"/>
          </a:xfrm>
          <a:prstGeom prst="line">
            <a:avLst/>
          </a:prstGeom>
          <a:ln w="5397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764604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t">
            <a:normAutofit/>
          </a:bodyPr>
          <a:lstStyle>
            <a:lvl1pPr marL="0" indent="0">
              <a:lnSpc>
                <a:spcPct val="90000"/>
              </a:lnSpc>
              <a:buNone/>
              <a:defRPr sz="8000" b="1">
                <a:solidFill>
                  <a:schemeClr val="accent4"/>
                </a:solidFill>
              </a:defRPr>
            </a:lvl1pPr>
            <a:lvl2pPr marL="228600" indent="0">
              <a:lnSpc>
                <a:spcPct val="90000"/>
              </a:lnSpc>
              <a:buNone/>
              <a:defRPr sz="7200" b="1">
                <a:solidFill>
                  <a:schemeClr val="accent4"/>
                </a:solidFill>
              </a:defRPr>
            </a:lvl2pPr>
            <a:lvl3pPr marL="457200" indent="0">
              <a:lnSpc>
                <a:spcPct val="90000"/>
              </a:lnSpc>
              <a:buNone/>
              <a:defRPr sz="6600" b="1">
                <a:solidFill>
                  <a:schemeClr val="accent4"/>
                </a:solidFill>
              </a:defRPr>
            </a:lvl3pPr>
            <a:lvl4pPr marL="685800" indent="0">
              <a:lnSpc>
                <a:spcPct val="90000"/>
              </a:lnSpc>
              <a:buNone/>
              <a:defRPr sz="6000" b="1">
                <a:solidFill>
                  <a:schemeClr val="accent4"/>
                </a:solidFill>
              </a:defRPr>
            </a:lvl4pPr>
            <a:lvl5pPr marL="914400" indent="0">
              <a:lnSpc>
                <a:spcPct val="90000"/>
              </a:lnSpc>
              <a:buNone/>
              <a:defRPr sz="5400" b="1">
                <a:solidFill>
                  <a:schemeClr val="accent4"/>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0A9A09C8-E4BE-5919-277B-FC58BAB9F6BF}"/>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322477BB-2AE4-F703-A045-92BB59CC68FA}"/>
              </a:ext>
            </a:extLst>
          </p:cNvPr>
          <p:cNvSpPr>
            <a:spLocks noGrp="1"/>
          </p:cNvSpPr>
          <p:nvPr>
            <p:ph type="dt" sz="half" idx="14"/>
          </p:nvPr>
        </p:nvSpPr>
        <p:spPr/>
        <p:txBody>
          <a:bodyPr/>
          <a:lstStyle>
            <a:lvl1pPr>
              <a:defRPr b="0">
                <a:solidFill>
                  <a:schemeClr val="accent5"/>
                </a:solidFill>
              </a:defRPr>
            </a:lvl1pPr>
          </a:lstStyle>
          <a:p>
            <a:fld id="{C00E75E5-D496-4EC7-8813-684FB5336261}" type="datetime1">
              <a:rPr lang="en-US" smtClean="0"/>
              <a:t>5/5/2026</a:t>
            </a:fld>
            <a:endParaRPr lang="en-US" b="0" dirty="0"/>
          </a:p>
        </p:txBody>
      </p:sp>
      <p:sp>
        <p:nvSpPr>
          <p:cNvPr id="9" name="Slide Number Placeholder 8">
            <a:extLst>
              <a:ext uri="{FF2B5EF4-FFF2-40B4-BE49-F238E27FC236}">
                <a16:creationId xmlns:a16="http://schemas.microsoft.com/office/drawing/2014/main" id="{153F7A2E-5219-DA8D-BF53-2AA1E480FBAB}"/>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60635681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7315200" cy="5486400"/>
          </a:xfrm>
        </p:spPr>
        <p:txBody>
          <a:bodyPr anchor="t">
            <a:noAutofit/>
          </a:bodyPr>
          <a:lstStyle>
            <a:lvl1pPr marL="0" indent="0">
              <a:lnSpc>
                <a:spcPct val="90000"/>
              </a:lnSpc>
              <a:buNone/>
              <a:defRPr sz="6600" b="1">
                <a:solidFill>
                  <a:schemeClr val="accent3"/>
                </a:solidFill>
              </a:defRPr>
            </a:lvl1pPr>
            <a:lvl2pPr marL="228600" indent="0">
              <a:lnSpc>
                <a:spcPct val="90000"/>
              </a:lnSpc>
              <a:buNone/>
              <a:defRPr sz="6000" b="1">
                <a:solidFill>
                  <a:schemeClr val="accent3"/>
                </a:solidFill>
              </a:defRPr>
            </a:lvl2pPr>
            <a:lvl3pPr marL="457200" indent="0">
              <a:lnSpc>
                <a:spcPct val="90000"/>
              </a:lnSpc>
              <a:buNone/>
              <a:defRPr sz="5400" b="1">
                <a:solidFill>
                  <a:schemeClr val="accent3"/>
                </a:solidFill>
              </a:defRPr>
            </a:lvl3pPr>
            <a:lvl4pPr marL="685800" indent="0">
              <a:lnSpc>
                <a:spcPct val="90000"/>
              </a:lnSpc>
              <a:buNone/>
              <a:defRPr sz="4800" b="1">
                <a:solidFill>
                  <a:schemeClr val="accent3"/>
                </a:solidFill>
              </a:defRPr>
            </a:lvl4pPr>
            <a:lvl5pPr marL="914400" indent="0">
              <a:lnSpc>
                <a:spcPct val="90000"/>
              </a:lnSpc>
              <a:buNone/>
              <a:defRPr sz="4400" b="1">
                <a:solidFill>
                  <a:schemeClr val="accent3"/>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14888062-3D09-ED26-DC7F-447AB9A757FE}"/>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647EEF49-62B3-1E5C-5EAD-ED1B4557161E}"/>
              </a:ext>
            </a:extLst>
          </p:cNvPr>
          <p:cNvSpPr>
            <a:spLocks noGrp="1"/>
          </p:cNvSpPr>
          <p:nvPr>
            <p:ph type="dt" sz="half" idx="14"/>
          </p:nvPr>
        </p:nvSpPr>
        <p:spPr/>
        <p:txBody>
          <a:bodyPr/>
          <a:lstStyle/>
          <a:p>
            <a:fld id="{AEE77BEB-FE0B-4D99-BCD5-ECA5C6DB5BFD}" type="datetime1">
              <a:rPr lang="en-US" smtClean="0"/>
              <a:t>5/5/2026</a:t>
            </a:fld>
            <a:endParaRPr lang="en-US" sz="900" dirty="0"/>
          </a:p>
        </p:txBody>
      </p:sp>
      <p:sp>
        <p:nvSpPr>
          <p:cNvPr id="12" name="Slide Number Placeholder 11">
            <a:extLst>
              <a:ext uri="{FF2B5EF4-FFF2-40B4-BE49-F238E27FC236}">
                <a16:creationId xmlns:a16="http://schemas.microsoft.com/office/drawing/2014/main" id="{4FB220C6-3442-368E-4DEA-A07BD9C2B211}"/>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8423530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b">
            <a:normAutofit/>
          </a:bodyPr>
          <a:lstStyle>
            <a:lvl1pPr marL="0" indent="0">
              <a:lnSpc>
                <a:spcPct val="90000"/>
              </a:lnSpc>
              <a:buNone/>
              <a:defRPr sz="7200" b="1">
                <a:solidFill>
                  <a:schemeClr val="accent2"/>
                </a:solidFill>
              </a:defRPr>
            </a:lvl1pPr>
            <a:lvl2pPr marL="228600" indent="0">
              <a:lnSpc>
                <a:spcPct val="90000"/>
              </a:lnSpc>
              <a:buNone/>
              <a:defRPr sz="6600" b="1">
                <a:solidFill>
                  <a:schemeClr val="accent2"/>
                </a:solidFill>
              </a:defRPr>
            </a:lvl2pPr>
            <a:lvl3pPr marL="457200" indent="0">
              <a:lnSpc>
                <a:spcPct val="90000"/>
              </a:lnSpc>
              <a:buNone/>
              <a:defRPr sz="6000" b="1">
                <a:solidFill>
                  <a:schemeClr val="accent2"/>
                </a:solidFill>
              </a:defRPr>
            </a:lvl3pPr>
            <a:lvl4pPr marL="685800" indent="0">
              <a:lnSpc>
                <a:spcPct val="90000"/>
              </a:lnSpc>
              <a:buNone/>
              <a:defRPr sz="5400" b="1">
                <a:solidFill>
                  <a:schemeClr val="accent2"/>
                </a:solidFill>
              </a:defRPr>
            </a:lvl4pPr>
            <a:lvl5pPr marL="914400" indent="0">
              <a:lnSpc>
                <a:spcPct val="90000"/>
              </a:lnSpc>
              <a:buNone/>
              <a:defRPr sz="4800" b="1">
                <a:solidFill>
                  <a:schemeClr val="accent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BA51D93-9944-2BC9-815F-A60CA562409F}"/>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2C7E932F-30B9-A7ED-CEF9-ED7C120FCFBC}"/>
              </a:ext>
            </a:extLst>
          </p:cNvPr>
          <p:cNvSpPr>
            <a:spLocks noGrp="1"/>
          </p:cNvSpPr>
          <p:nvPr>
            <p:ph type="dt" sz="half" idx="14"/>
          </p:nvPr>
        </p:nvSpPr>
        <p:spPr/>
        <p:txBody>
          <a:bodyPr/>
          <a:lstStyle/>
          <a:p>
            <a:fld id="{205C1734-919B-490D-88CD-D33F70BB66A2}" type="datetime1">
              <a:rPr lang="en-US" smtClean="0"/>
              <a:t>5/5/2026</a:t>
            </a:fld>
            <a:endParaRPr lang="en-US" sz="900" dirty="0"/>
          </a:p>
        </p:txBody>
      </p:sp>
      <p:sp>
        <p:nvSpPr>
          <p:cNvPr id="12" name="Slide Number Placeholder 11">
            <a:extLst>
              <a:ext uri="{FF2B5EF4-FFF2-40B4-BE49-F238E27FC236}">
                <a16:creationId xmlns:a16="http://schemas.microsoft.com/office/drawing/2014/main" id="{2798614F-71F4-C3D8-BE5E-42ADD598643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241514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0" y="685800"/>
            <a:ext cx="7315200" cy="5486400"/>
          </a:xfrm>
        </p:spPr>
        <p:txBody>
          <a:bodyPr vert="horz" lIns="91440" tIns="45720" rIns="91440" bIns="45720" rtlCol="0" anchor="ctr" anchorCtr="0">
            <a:noAutofit/>
          </a:bodyPr>
          <a:lstStyle>
            <a:lvl1pPr marL="0" indent="0">
              <a:lnSpc>
                <a:spcPct val="90000"/>
              </a:lnSpc>
              <a:buNone/>
              <a:defRPr lang="en-US" sz="6600" b="1" dirty="0">
                <a:solidFill>
                  <a:schemeClr val="accent5"/>
                </a:solidFill>
              </a:defRPr>
            </a:lvl1pPr>
            <a:lvl2pPr marL="228600" indent="0">
              <a:lnSpc>
                <a:spcPct val="90000"/>
              </a:lnSpc>
              <a:buNone/>
              <a:defRPr lang="en-US" sz="6000" b="1" dirty="0">
                <a:solidFill>
                  <a:schemeClr val="accent5"/>
                </a:solidFill>
              </a:defRPr>
            </a:lvl2pPr>
            <a:lvl3pPr marL="457200" indent="0">
              <a:lnSpc>
                <a:spcPct val="90000"/>
              </a:lnSpc>
              <a:buNone/>
              <a:defRPr lang="en-US" sz="5400" b="1" dirty="0">
                <a:solidFill>
                  <a:schemeClr val="accent5"/>
                </a:solidFill>
              </a:defRPr>
            </a:lvl3pPr>
            <a:lvl4pPr marL="685800" indent="0">
              <a:lnSpc>
                <a:spcPct val="90000"/>
              </a:lnSpc>
              <a:buNone/>
              <a:defRPr lang="en-US" sz="4800" b="1" dirty="0">
                <a:solidFill>
                  <a:schemeClr val="accent5"/>
                </a:solidFill>
              </a:defRPr>
            </a:lvl4pPr>
            <a:lvl5pPr marL="914400" indent="0">
              <a:lnSpc>
                <a:spcPct val="90000"/>
              </a:lnSpc>
              <a:buNone/>
              <a:defRPr lang="en-US" sz="4400" b="1" dirty="0">
                <a:solidFill>
                  <a:schemeClr val="accent5"/>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90C6FD0-8607-D553-1B6B-1C12B93B1EF6}"/>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B80EDC19-E133-BD03-8B9E-EFC28C3479E5}"/>
              </a:ext>
            </a:extLst>
          </p:cNvPr>
          <p:cNvSpPr>
            <a:spLocks noGrp="1"/>
          </p:cNvSpPr>
          <p:nvPr>
            <p:ph type="dt" sz="half" idx="14"/>
          </p:nvPr>
        </p:nvSpPr>
        <p:spPr/>
        <p:txBody>
          <a:bodyPr/>
          <a:lstStyle>
            <a:lvl1pPr>
              <a:defRPr>
                <a:solidFill>
                  <a:schemeClr val="accent5"/>
                </a:solidFill>
              </a:defRPr>
            </a:lvl1pPr>
          </a:lstStyle>
          <a:p>
            <a:fld id="{2E413318-8617-4118-8000-9B8B71A9711B}" type="datetime1">
              <a:rPr lang="en-US" smtClean="0"/>
              <a:t>5/5/2026</a:t>
            </a:fld>
            <a:endParaRPr lang="en-US" dirty="0"/>
          </a:p>
        </p:txBody>
      </p:sp>
      <p:sp>
        <p:nvSpPr>
          <p:cNvPr id="9" name="Slide Number Placeholder 8">
            <a:extLst>
              <a:ext uri="{FF2B5EF4-FFF2-40B4-BE49-F238E27FC236}">
                <a16:creationId xmlns:a16="http://schemas.microsoft.com/office/drawing/2014/main" id="{08591225-6735-2FDD-B652-0FE0C538238F}"/>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0758441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b="1" i="0" spc="0">
                <a:solidFill>
                  <a:schemeClr val="accent3"/>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3631130-6E5E-49E0-2CBD-E94754D3F75B}"/>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F6C34576-FC8D-BC9E-CFBA-79D123C670A0}"/>
              </a:ext>
            </a:extLst>
          </p:cNvPr>
          <p:cNvSpPr>
            <a:spLocks noGrp="1"/>
          </p:cNvSpPr>
          <p:nvPr>
            <p:ph type="dt" sz="half" idx="14"/>
          </p:nvPr>
        </p:nvSpPr>
        <p:spPr/>
        <p:txBody>
          <a:bodyPr/>
          <a:lstStyle/>
          <a:p>
            <a:fld id="{FA32D114-3A62-416A-8DB9-04FC0453D181}" type="datetime1">
              <a:rPr lang="en-US" smtClean="0"/>
              <a:t>5/5/2026</a:t>
            </a:fld>
            <a:endParaRPr lang="en-US" sz="900" dirty="0"/>
          </a:p>
        </p:txBody>
      </p:sp>
      <p:sp>
        <p:nvSpPr>
          <p:cNvPr id="12" name="Slide Number Placeholder 11">
            <a:extLst>
              <a:ext uri="{FF2B5EF4-FFF2-40B4-BE49-F238E27FC236}">
                <a16:creationId xmlns:a16="http://schemas.microsoft.com/office/drawing/2014/main" id="{79801413-C7CE-D2ED-5246-79436772D727}"/>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6915856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ctr">
              <a:lnSpc>
                <a:spcPct val="120000"/>
              </a:lnSpc>
              <a:defRPr sz="2000" b="1" i="0" spc="0">
                <a:solidFill>
                  <a:schemeClr val="accent4"/>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gn="ctr">
              <a:lnSpc>
                <a:spcPct val="100000"/>
              </a:lnSpc>
              <a:spcBef>
                <a:spcPts val="0"/>
              </a:spcBef>
              <a:buNone/>
              <a:defRPr sz="4800">
                <a:solidFill>
                  <a:schemeClr val="accent5"/>
                </a:solidFill>
                <a:latin typeface="+mn-lt"/>
              </a:defRPr>
            </a:lvl1pPr>
          </a:lstStyle>
          <a:p>
            <a:pPr lvl="0"/>
            <a:r>
              <a:rPr lang="en-US" dirty="0"/>
              <a:t>Click to add Quote</a:t>
            </a:r>
          </a:p>
        </p:txBody>
      </p:sp>
      <p:sp>
        <p:nvSpPr>
          <p:cNvPr id="8" name="Footer Placeholder 7">
            <a:extLst>
              <a:ext uri="{FF2B5EF4-FFF2-40B4-BE49-F238E27FC236}">
                <a16:creationId xmlns:a16="http://schemas.microsoft.com/office/drawing/2014/main" id="{A1ED4BA2-8217-E4F1-3985-07ED463BB182}"/>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20985B1D-F04F-8CE5-8ECA-5DD078E4BE6D}"/>
              </a:ext>
            </a:extLst>
          </p:cNvPr>
          <p:cNvSpPr>
            <a:spLocks noGrp="1"/>
          </p:cNvSpPr>
          <p:nvPr>
            <p:ph type="dt" sz="half" idx="14"/>
          </p:nvPr>
        </p:nvSpPr>
        <p:spPr/>
        <p:txBody>
          <a:bodyPr/>
          <a:lstStyle>
            <a:lvl1pPr>
              <a:defRPr>
                <a:solidFill>
                  <a:schemeClr val="accent5"/>
                </a:solidFill>
              </a:defRPr>
            </a:lvl1pPr>
          </a:lstStyle>
          <a:p>
            <a:fld id="{2798C5F0-ACA7-492C-9525-49D0F5FBBF60}" type="datetime1">
              <a:rPr lang="en-US" smtClean="0"/>
              <a:t>5/5/2026</a:t>
            </a:fld>
            <a:endParaRPr lang="en-US" dirty="0"/>
          </a:p>
        </p:txBody>
      </p:sp>
      <p:sp>
        <p:nvSpPr>
          <p:cNvPr id="9" name="Slide Number Placeholder 8">
            <a:extLst>
              <a:ext uri="{FF2B5EF4-FFF2-40B4-BE49-F238E27FC236}">
                <a16:creationId xmlns:a16="http://schemas.microsoft.com/office/drawing/2014/main" id="{75C980F6-2991-82D6-64DF-4B1D50E66E06}"/>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15009003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i="0" spc="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solidFill>
                  <a:schemeClr val="accent1"/>
                </a:solidFill>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F53C451-001F-5730-91EB-CE3683BD9989}"/>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5EF02229-BED1-8CF1-37B7-C194BEA8DCE6}"/>
              </a:ext>
            </a:extLst>
          </p:cNvPr>
          <p:cNvSpPr>
            <a:spLocks noGrp="1"/>
          </p:cNvSpPr>
          <p:nvPr>
            <p:ph type="dt" sz="half" idx="14"/>
          </p:nvPr>
        </p:nvSpPr>
        <p:spPr/>
        <p:txBody>
          <a:bodyPr/>
          <a:lstStyle/>
          <a:p>
            <a:fld id="{2DBEDBDA-227C-41DF-A0C4-903DF2F99D15}" type="datetime1">
              <a:rPr lang="en-US" smtClean="0"/>
              <a:t>5/5/2026</a:t>
            </a:fld>
            <a:endParaRPr lang="en-US" sz="900" dirty="0"/>
          </a:p>
        </p:txBody>
      </p:sp>
      <p:sp>
        <p:nvSpPr>
          <p:cNvPr id="12" name="Slide Number Placeholder 11">
            <a:extLst>
              <a:ext uri="{FF2B5EF4-FFF2-40B4-BE49-F238E27FC236}">
                <a16:creationId xmlns:a16="http://schemas.microsoft.com/office/drawing/2014/main" id="{FB094225-DC44-88E5-DDBA-DEA1B118441A}"/>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26671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1188720"/>
          </a:xfrm>
        </p:spPr>
        <p:txBody>
          <a:bodyPr anchor="b"/>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5800" y="2011680"/>
            <a:ext cx="507492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30963" y="2011680"/>
            <a:ext cx="5075237"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F59911E2-7BDF-655C-A107-1BA817F14AFC}"/>
              </a:ext>
            </a:extLst>
          </p:cNvPr>
          <p:cNvSpPr>
            <a:spLocks noGrp="1"/>
          </p:cNvSpPr>
          <p:nvPr>
            <p:ph type="ftr" sz="quarter" idx="18"/>
          </p:nvPr>
        </p:nvSpPr>
        <p:spPr/>
        <p:txBody>
          <a:bodyPr/>
          <a:lstStyle/>
          <a:p>
            <a:endParaRPr lang="en-US" sz="900" dirty="0"/>
          </a:p>
        </p:txBody>
      </p:sp>
      <p:sp>
        <p:nvSpPr>
          <p:cNvPr id="11" name="Date Placeholder 10">
            <a:extLst>
              <a:ext uri="{FF2B5EF4-FFF2-40B4-BE49-F238E27FC236}">
                <a16:creationId xmlns:a16="http://schemas.microsoft.com/office/drawing/2014/main" id="{77469F7E-DA26-B77A-24F9-A4A8A2CE5831}"/>
              </a:ext>
            </a:extLst>
          </p:cNvPr>
          <p:cNvSpPr>
            <a:spLocks noGrp="1"/>
          </p:cNvSpPr>
          <p:nvPr>
            <p:ph type="dt" sz="half" idx="17"/>
          </p:nvPr>
        </p:nvSpPr>
        <p:spPr/>
        <p:txBody>
          <a:bodyPr/>
          <a:lstStyle/>
          <a:p>
            <a:fld id="{E4E981A1-C564-488D-B4B6-3CC796C959F2}" type="datetime1">
              <a:rPr lang="en-US" smtClean="0"/>
              <a:t>5/5/2026</a:t>
            </a:fld>
            <a:endParaRPr lang="en-US" sz="900" dirty="0"/>
          </a:p>
        </p:txBody>
      </p:sp>
      <p:sp>
        <p:nvSpPr>
          <p:cNvPr id="13" name="Slide Number Placeholder 12">
            <a:extLst>
              <a:ext uri="{FF2B5EF4-FFF2-40B4-BE49-F238E27FC236}">
                <a16:creationId xmlns:a16="http://schemas.microsoft.com/office/drawing/2014/main" id="{7A3FC417-2883-CB13-B3D3-A80CEA07C35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95616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85800" y="685800"/>
            <a:ext cx="10789920" cy="1188720"/>
          </a:xfrm>
        </p:spPr>
        <p:txBody>
          <a:bodyPr anchor="b"/>
          <a:lstStyle>
            <a:lvl1pPr>
              <a:defRPr>
                <a:solidFill>
                  <a:schemeClr val="accent5"/>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8580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85800" y="2651760"/>
            <a:ext cx="5075238"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3128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30644" y="2651760"/>
            <a:ext cx="5075556"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2B39D6C5-BE49-C661-9547-60F27AEF1145}"/>
              </a:ext>
            </a:extLst>
          </p:cNvPr>
          <p:cNvSpPr>
            <a:spLocks noGrp="1"/>
          </p:cNvSpPr>
          <p:nvPr>
            <p:ph type="ftr" sz="quarter" idx="18"/>
          </p:nvPr>
        </p:nvSpPr>
        <p:spPr/>
        <p:txBody>
          <a:bodyPr/>
          <a:lstStyle/>
          <a:p>
            <a:endParaRPr lang="en-US" sz="900" dirty="0"/>
          </a:p>
        </p:txBody>
      </p:sp>
      <p:sp>
        <p:nvSpPr>
          <p:cNvPr id="13" name="Date Placeholder 12">
            <a:extLst>
              <a:ext uri="{FF2B5EF4-FFF2-40B4-BE49-F238E27FC236}">
                <a16:creationId xmlns:a16="http://schemas.microsoft.com/office/drawing/2014/main" id="{358AA496-C21D-D9BA-4441-CB0D35E3388E}"/>
              </a:ext>
            </a:extLst>
          </p:cNvPr>
          <p:cNvSpPr>
            <a:spLocks noGrp="1"/>
          </p:cNvSpPr>
          <p:nvPr>
            <p:ph type="dt" sz="half" idx="17"/>
          </p:nvPr>
        </p:nvSpPr>
        <p:spPr/>
        <p:txBody>
          <a:bodyPr/>
          <a:lstStyle/>
          <a:p>
            <a:fld id="{24BB9295-C80A-4AE3-BDE6-0BC5A09672FF}" type="datetime1">
              <a:rPr lang="en-US" smtClean="0"/>
              <a:t>5/5/2026</a:t>
            </a:fld>
            <a:endParaRPr lang="en-US" sz="900" dirty="0"/>
          </a:p>
        </p:txBody>
      </p:sp>
      <p:sp>
        <p:nvSpPr>
          <p:cNvPr id="15" name="Slide Number Placeholder 14">
            <a:extLst>
              <a:ext uri="{FF2B5EF4-FFF2-40B4-BE49-F238E27FC236}">
                <a16:creationId xmlns:a16="http://schemas.microsoft.com/office/drawing/2014/main" id="{A14FF259-D602-DA0A-DF2B-6CE86DB8CD7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265821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85800" y="685799"/>
            <a:ext cx="10789920" cy="11887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F6083F3C-184F-9AB4-3CF8-AB7B6B28E8FF}"/>
              </a:ext>
            </a:extLst>
          </p:cNvPr>
          <p:cNvSpPr>
            <a:spLocks noGrp="1"/>
          </p:cNvSpPr>
          <p:nvPr>
            <p:ph type="ftr" sz="quarter" idx="11"/>
          </p:nvPr>
        </p:nvSpPr>
        <p:spPr/>
        <p:txBody>
          <a:bodyPr/>
          <a:lstStyle/>
          <a:p>
            <a:endParaRPr lang="en-US" sz="900" dirty="0"/>
          </a:p>
        </p:txBody>
      </p:sp>
      <p:sp>
        <p:nvSpPr>
          <p:cNvPr id="9" name="Date Placeholder 8">
            <a:extLst>
              <a:ext uri="{FF2B5EF4-FFF2-40B4-BE49-F238E27FC236}">
                <a16:creationId xmlns:a16="http://schemas.microsoft.com/office/drawing/2014/main" id="{5B003226-9C9B-760D-F310-838151EA35F0}"/>
              </a:ext>
            </a:extLst>
          </p:cNvPr>
          <p:cNvSpPr>
            <a:spLocks noGrp="1"/>
          </p:cNvSpPr>
          <p:nvPr>
            <p:ph type="dt" sz="half" idx="10"/>
          </p:nvPr>
        </p:nvSpPr>
        <p:spPr/>
        <p:txBody>
          <a:bodyPr/>
          <a:lstStyle/>
          <a:p>
            <a:fld id="{DA2ABAB1-FF50-40B7-87E8-FB60025711CA}" type="datetime1">
              <a:rPr lang="en-US" smtClean="0"/>
              <a:t>5/5/2026</a:t>
            </a:fld>
            <a:endParaRPr lang="en-US" sz="900" dirty="0"/>
          </a:p>
        </p:txBody>
      </p:sp>
      <p:sp>
        <p:nvSpPr>
          <p:cNvPr id="11" name="Slide Number Placeholder 10">
            <a:extLst>
              <a:ext uri="{FF2B5EF4-FFF2-40B4-BE49-F238E27FC236}">
                <a16:creationId xmlns:a16="http://schemas.microsoft.com/office/drawing/2014/main" id="{AD8E6416-8BD1-7EAC-101A-165523AED7E9}"/>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9973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7988658D-22AE-BD1E-2194-23A4DEE178E8}"/>
              </a:ext>
            </a:extLst>
          </p:cNvPr>
          <p:cNvSpPr>
            <a:spLocks noGrp="1"/>
          </p:cNvSpPr>
          <p:nvPr>
            <p:ph type="ftr" sz="quarter" idx="11"/>
          </p:nvPr>
        </p:nvSpPr>
        <p:spPr/>
        <p:txBody>
          <a:bodyPr/>
          <a:lstStyle/>
          <a:p>
            <a:endParaRPr lang="en-US" sz="900" dirty="0"/>
          </a:p>
        </p:txBody>
      </p:sp>
      <p:sp>
        <p:nvSpPr>
          <p:cNvPr id="8" name="Date Placeholder 7">
            <a:extLst>
              <a:ext uri="{FF2B5EF4-FFF2-40B4-BE49-F238E27FC236}">
                <a16:creationId xmlns:a16="http://schemas.microsoft.com/office/drawing/2014/main" id="{7611BE8B-2319-4D2A-B61B-A76F79C11B43}"/>
              </a:ext>
            </a:extLst>
          </p:cNvPr>
          <p:cNvSpPr>
            <a:spLocks noGrp="1"/>
          </p:cNvSpPr>
          <p:nvPr>
            <p:ph type="dt" sz="half" idx="10"/>
          </p:nvPr>
        </p:nvSpPr>
        <p:spPr/>
        <p:txBody>
          <a:bodyPr/>
          <a:lstStyle/>
          <a:p>
            <a:fld id="{E064D98F-2C05-462A-8334-F2E41A8BBA46}" type="datetime1">
              <a:rPr lang="en-US" smtClean="0"/>
              <a:t>5/5/2026</a:t>
            </a:fld>
            <a:endParaRPr lang="en-US" sz="900" dirty="0"/>
          </a:p>
        </p:txBody>
      </p:sp>
      <p:sp>
        <p:nvSpPr>
          <p:cNvPr id="10" name="Slide Number Placeholder 9">
            <a:extLst>
              <a:ext uri="{FF2B5EF4-FFF2-40B4-BE49-F238E27FC236}">
                <a16:creationId xmlns:a16="http://schemas.microsoft.com/office/drawing/2014/main" id="{FE9B630E-4992-25E4-131E-3732411818F5}"/>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7185265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0" y="685800"/>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758922" y="685800"/>
            <a:ext cx="6716798" cy="178308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685800" y="2743200"/>
            <a:ext cx="10789920" cy="32766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2116188E-994D-4106-FFA0-FA5FAE5222A4}"/>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E69C042F-DD36-4382-89A5-D5F37D9AFE39}"/>
              </a:ext>
            </a:extLst>
          </p:cNvPr>
          <p:cNvSpPr>
            <a:spLocks noGrp="1"/>
          </p:cNvSpPr>
          <p:nvPr>
            <p:ph type="dt" sz="half" idx="10"/>
          </p:nvPr>
        </p:nvSpPr>
        <p:spPr/>
        <p:txBody>
          <a:bodyPr/>
          <a:lstStyle/>
          <a:p>
            <a:fld id="{9A5EAA51-F9B0-4C5F-805D-33E4EEE70560}" type="datetime1">
              <a:rPr lang="en-US" smtClean="0"/>
              <a:t>5/5/2026</a:t>
            </a:fld>
            <a:endParaRPr lang="en-US" sz="900" dirty="0"/>
          </a:p>
        </p:txBody>
      </p:sp>
      <p:sp>
        <p:nvSpPr>
          <p:cNvPr id="13" name="Slide Number Placeholder 12">
            <a:extLst>
              <a:ext uri="{FF2B5EF4-FFF2-40B4-BE49-F238E27FC236}">
                <a16:creationId xmlns:a16="http://schemas.microsoft.com/office/drawing/2014/main" id="{881B1974-8A9A-3A32-983C-2F7ABFD3993D}"/>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7666709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85800" y="685800"/>
            <a:ext cx="3595634"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5800" y="2826136"/>
            <a:ext cx="3585586" cy="348322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81221" y="557785"/>
            <a:ext cx="6462855" cy="5729164"/>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2" name="Footer Placeholder 11">
            <a:extLst>
              <a:ext uri="{FF2B5EF4-FFF2-40B4-BE49-F238E27FC236}">
                <a16:creationId xmlns:a16="http://schemas.microsoft.com/office/drawing/2014/main" id="{344F0780-CE7B-8466-F8D7-A8B139060BF8}"/>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D462242E-A1CE-C25C-AECE-88020BB0423A}"/>
              </a:ext>
            </a:extLst>
          </p:cNvPr>
          <p:cNvSpPr>
            <a:spLocks noGrp="1"/>
          </p:cNvSpPr>
          <p:nvPr>
            <p:ph type="dt" sz="half" idx="10"/>
          </p:nvPr>
        </p:nvSpPr>
        <p:spPr/>
        <p:txBody>
          <a:bodyPr/>
          <a:lstStyle/>
          <a:p>
            <a:fld id="{BA611CFD-382B-47DC-ADC6-A0CEB82A7794}" type="datetime1">
              <a:rPr lang="en-US" smtClean="0"/>
              <a:t>5/5/2026</a:t>
            </a:fld>
            <a:endParaRPr lang="en-US" sz="900" dirty="0"/>
          </a:p>
        </p:txBody>
      </p:sp>
      <p:sp>
        <p:nvSpPr>
          <p:cNvPr id="13" name="Slide Number Placeholder 12">
            <a:extLst>
              <a:ext uri="{FF2B5EF4-FFF2-40B4-BE49-F238E27FC236}">
                <a16:creationId xmlns:a16="http://schemas.microsoft.com/office/drawing/2014/main" id="{506D6421-F2CB-C568-A79B-89C8377F4B4F}"/>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0673460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10789920" cy="1965960"/>
          </a:xfrm>
        </p:spPr>
        <p:txBody>
          <a:bodyPr anchor="b">
            <a:normAutofit/>
          </a:bodyPr>
          <a:lstStyle>
            <a:lvl1pPr>
              <a:defRPr sz="7200">
                <a:solidFill>
                  <a:schemeClr val="accent4"/>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85800" y="3017520"/>
            <a:ext cx="10789920" cy="2773136"/>
          </a:xfrm>
        </p:spPr>
        <p:txBody>
          <a:bodyPr/>
          <a:lstStyle>
            <a:lvl1pPr marL="0" indent="0">
              <a:buNone/>
              <a:defRPr>
                <a:solidFill>
                  <a:schemeClr val="accent5"/>
                </a:solidFill>
              </a:defRPr>
            </a:lvl1pPr>
            <a:lvl2pPr marL="228600" indent="0">
              <a:buNone/>
              <a:defRPr>
                <a:solidFill>
                  <a:schemeClr val="accent5"/>
                </a:solidFill>
              </a:defRPr>
            </a:lvl2pPr>
            <a:lvl3pPr marL="457200" indent="0">
              <a:buNone/>
              <a:defRPr>
                <a:solidFill>
                  <a:schemeClr val="accent5"/>
                </a:solidFill>
              </a:defRPr>
            </a:lvl3pPr>
            <a:lvl4pPr marL="685800" indent="0">
              <a:buNone/>
              <a:defRPr>
                <a:solidFill>
                  <a:schemeClr val="accent5"/>
                </a:solidFill>
              </a:defRPr>
            </a:lvl4pPr>
            <a:lvl5pPr marL="914400" indent="0">
              <a:buNone/>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D5E24FB6-1CFB-DFDB-B253-A94EE73DA04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9E073DF3-A339-FA08-30E1-D51D43DF29FE}"/>
              </a:ext>
            </a:extLst>
          </p:cNvPr>
          <p:cNvSpPr>
            <a:spLocks noGrp="1"/>
          </p:cNvSpPr>
          <p:nvPr>
            <p:ph type="dt" sz="half" idx="14"/>
          </p:nvPr>
        </p:nvSpPr>
        <p:spPr/>
        <p:txBody>
          <a:bodyPr/>
          <a:lstStyle>
            <a:lvl1pPr>
              <a:defRPr>
                <a:solidFill>
                  <a:schemeClr val="accent5"/>
                </a:solidFill>
              </a:defRPr>
            </a:lvl1pPr>
          </a:lstStyle>
          <a:p>
            <a:fld id="{33B90DD1-F1E0-496B-B15F-47D63B8E5FB8}" type="datetime1">
              <a:rPr lang="en-US" smtClean="0"/>
              <a:t>5/5/2026</a:t>
            </a:fld>
            <a:endParaRPr lang="en-US" dirty="0"/>
          </a:p>
        </p:txBody>
      </p:sp>
      <p:sp>
        <p:nvSpPr>
          <p:cNvPr id="9" name="Slide Number Placeholder 8">
            <a:extLst>
              <a:ext uri="{FF2B5EF4-FFF2-40B4-BE49-F238E27FC236}">
                <a16:creationId xmlns:a16="http://schemas.microsoft.com/office/drawing/2014/main" id="{F32A04C2-283A-CF86-15A9-6CD9A58FCC9E}"/>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3266245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8430767" cy="1965960"/>
          </a:xfrm>
        </p:spPr>
        <p:txBody>
          <a:bodyPr anchor="b">
            <a:noAutofit/>
          </a:bodyPr>
          <a:lstStyle>
            <a:lvl1pPr>
              <a:defRPr sz="7200">
                <a:solidFill>
                  <a:schemeClr val="accent5"/>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85800" y="3622674"/>
            <a:ext cx="8430639" cy="1608008"/>
          </a:xfrm>
        </p:spPr>
        <p:txBody>
          <a:bodyPr>
            <a:normAutofit/>
          </a:bodyPr>
          <a:lstStyle>
            <a:lvl1pPr marL="0" indent="0">
              <a:buNone/>
              <a:defRPr sz="1800">
                <a:solidFill>
                  <a:schemeClr val="accent4"/>
                </a:solidFill>
              </a:defRPr>
            </a:lvl1pPr>
            <a:lvl2pPr marL="228600" indent="0">
              <a:buNone/>
              <a:defRPr sz="1600">
                <a:solidFill>
                  <a:schemeClr val="accent4"/>
                </a:solidFill>
              </a:defRPr>
            </a:lvl2pPr>
            <a:lvl3pPr marL="457200" indent="0">
              <a:buNone/>
              <a:defRPr sz="1400">
                <a:solidFill>
                  <a:schemeClr val="accent4"/>
                </a:solidFill>
              </a:defRPr>
            </a:lvl3pPr>
            <a:lvl4pPr marL="685800" indent="0">
              <a:buNone/>
              <a:defRPr sz="1400">
                <a:solidFill>
                  <a:schemeClr val="accent4"/>
                </a:solidFill>
              </a:defRPr>
            </a:lvl4pPr>
            <a:lvl5pPr marL="914400" indent="0">
              <a:buNone/>
              <a:defRPr sz="1200">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0E3BB01-4AB0-AA29-4E5F-6183A4EBE7A5}"/>
              </a:ext>
            </a:extLst>
          </p:cNvPr>
          <p:cNvSpPr>
            <a:spLocks noGrp="1"/>
          </p:cNvSpPr>
          <p:nvPr>
            <p:ph type="ftr" sz="quarter" idx="16"/>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663C4AE6-76FB-D1A9-546D-BC69C27BC893}"/>
              </a:ext>
            </a:extLst>
          </p:cNvPr>
          <p:cNvSpPr>
            <a:spLocks noGrp="1"/>
          </p:cNvSpPr>
          <p:nvPr>
            <p:ph type="dt" sz="half" idx="15"/>
          </p:nvPr>
        </p:nvSpPr>
        <p:spPr/>
        <p:txBody>
          <a:bodyPr/>
          <a:lstStyle>
            <a:lvl1pPr>
              <a:defRPr>
                <a:solidFill>
                  <a:schemeClr val="accent5"/>
                </a:solidFill>
              </a:defRPr>
            </a:lvl1pPr>
          </a:lstStyle>
          <a:p>
            <a:fld id="{BB64C06F-4095-491F-9E20-BA7FA8931860}" type="datetime1">
              <a:rPr lang="en-US" smtClean="0"/>
              <a:t>5/5/2026</a:t>
            </a:fld>
            <a:endParaRPr lang="en-US" dirty="0"/>
          </a:p>
        </p:txBody>
      </p:sp>
      <p:sp>
        <p:nvSpPr>
          <p:cNvPr id="9" name="Slide Number Placeholder 8">
            <a:extLst>
              <a:ext uri="{FF2B5EF4-FFF2-40B4-BE49-F238E27FC236}">
                <a16:creationId xmlns:a16="http://schemas.microsoft.com/office/drawing/2014/main" id="{71356B48-B74F-B1CA-D675-AF12CB06D8A1}"/>
              </a:ext>
            </a:extLst>
          </p:cNvPr>
          <p:cNvSpPr>
            <a:spLocks noGrp="1"/>
          </p:cNvSpPr>
          <p:nvPr>
            <p:ph type="sldNum" sz="quarter" idx="17"/>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6254648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85800" y="685800"/>
            <a:ext cx="10789920" cy="972373"/>
          </a:xfrm>
          <a:prstGeom prst="rect">
            <a:avLst/>
          </a:prstGeom>
          <a:ln>
            <a:noFill/>
          </a:ln>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85800" y="1828800"/>
            <a:ext cx="10789920" cy="43891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363200" y="6309360"/>
            <a:ext cx="1295400"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fld id="{8380909B-5CD7-4E10-93D5-3D93F3E305F0}" type="datetime1">
              <a:rPr lang="en-US" smtClean="0"/>
              <a:t>5/5/2026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0" y="6309360"/>
            <a:ext cx="1444752"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noChangeAspect="1"/>
          </p:cNvSpPr>
          <p:nvPr>
            <p:ph type="sldNum" sz="quarter" idx="4"/>
          </p:nvPr>
        </p:nvSpPr>
        <p:spPr>
          <a:xfrm>
            <a:off x="11644076" y="6309360"/>
            <a:ext cx="547924" cy="548640"/>
          </a:xfrm>
          <a:prstGeom prst="rect">
            <a:avLst/>
          </a:prstGeom>
          <a:solidFill>
            <a:schemeClr val="accent1"/>
          </a:solidFill>
        </p:spPr>
        <p:txBody>
          <a:bodyPr vert="horz" lIns="91440" tIns="45720" rIns="91440" bIns="45720" rtlCol="0" anchor="ctr"/>
          <a:lstStyle>
            <a:lvl1pPr algn="ctr" rtl="0">
              <a:defRPr sz="900" b="1" i="0">
                <a:solidFill>
                  <a:schemeClr val="accent5"/>
                </a:solidFill>
                <a:latin typeface="+mj-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080974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3600" b="1" i="0" kern="1200"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50.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hyperlink" Target="https://www.noradarealestate.com/blog/minneapolis-real-estate-market/" TargetMode="External"/><Relationship Id="rId2" Type="http://schemas.openxmlformats.org/officeDocument/2006/relationships/image" Target="../media/image10.pn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0.xml"/><Relationship Id="rId5" Type="http://schemas.openxmlformats.org/officeDocument/2006/relationships/hyperlink" Target="https://www.kaggle.com/datasets/soulaimanebenayad/united-states-redfin-housing-market-csv" TargetMode="Externa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50.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5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0.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5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41B230-D449-4644-983F-642E66A63349}"/>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9" name="Content Placeholder 8" descr="A modern aerial view of downtown Minneapolis with a mix of residential neighborhoods and high-rise buildings, captured during golden hour to highlight architectural diversity and urban development. The image should have a premium, forward-looking aesthetic suitable for overlaying the presentation title. No visible or implied text, letters, or words should appear anywhere in the image. The composition should allow for a centered title overlay and convey a sense of innovation and anticipation regarding the future of the city’s housing market">
            <a:extLst>
              <a:ext uri="{FF2B5EF4-FFF2-40B4-BE49-F238E27FC236}">
                <a16:creationId xmlns:a16="http://schemas.microsoft.com/office/drawing/2014/main" id="{6BB344AA-4892-49A8-82EF-63C5E2D63CA2}"/>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7" name="Slide Number Placeholder 6">
            <a:extLst>
              <a:ext uri="{FF2B5EF4-FFF2-40B4-BE49-F238E27FC236}">
                <a16:creationId xmlns:a16="http://schemas.microsoft.com/office/drawing/2014/main" id="{DB77C420-D4DB-6E74-BAC0-81F72ACCDB68}"/>
              </a:ext>
            </a:extLst>
          </p:cNvPr>
          <p:cNvSpPr>
            <a:spLocks noGrp="1"/>
          </p:cNvSpPr>
          <p:nvPr>
            <p:ph type="sldNum" sz="quarter" idx="19"/>
          </p:nvPr>
        </p:nvSpPr>
        <p:spPr/>
        <p:txBody>
          <a:bodyPr/>
          <a:lstStyle/>
          <a:p>
            <a:fld id="{AEAA3239-9EA4-4A65-A281-97F994456D9F}" type="slidenum">
              <a:rPr lang="en-US" smtClean="0"/>
              <a:pPr/>
              <a:t>1</a:t>
            </a:fld>
            <a:endParaRPr lang="en-US" sz="900" dirty="0"/>
          </a:p>
        </p:txBody>
      </p:sp>
      <p:sp>
        <p:nvSpPr>
          <p:cNvPr id="10" name="TextBox 9">
            <a:extLst>
              <a:ext uri="{FF2B5EF4-FFF2-40B4-BE49-F238E27FC236}">
                <a16:creationId xmlns:a16="http://schemas.microsoft.com/office/drawing/2014/main" id="{8E350057-6658-4890-A572-5E5F237F0C4F}"/>
              </a:ext>
            </a:extLst>
          </p:cNvPr>
          <p:cNvSpPr txBox="1"/>
          <p:nvPr/>
        </p:nvSpPr>
        <p:spPr>
          <a:xfrm>
            <a:off x="619125" y="757386"/>
            <a:ext cx="4391025" cy="2681882"/>
          </a:xfrm>
          <a:prstGeom prst="rect">
            <a:avLst/>
          </a:prstGeom>
          <a:noFill/>
        </p:spPr>
        <p:txBody>
          <a:bodyPr wrap="square" rtlCol="0">
            <a:normAutofit fontScale="70000" lnSpcReduction="20000"/>
          </a:bodyPr>
          <a:lstStyle/>
          <a:p>
            <a:pPr marL="0" algn="l">
              <a:buNone/>
            </a:pPr>
            <a:r>
              <a:rPr lang="en-US" sz="4800" b="0" dirty="0">
                <a:solidFill>
                  <a:srgbClr val="105237"/>
                </a:solidFill>
                <a:effectLst/>
                <a:latin typeface="Avenir Next LT Pro" panose="020F0502020204030204" pitchFamily="34" charset="0"/>
              </a:rPr>
              <a:t>Comparing Current Housing Prices to Expected Housing Prices in Minneapolis/</a:t>
            </a:r>
            <a:r>
              <a:rPr lang="en-US" sz="4800" b="0" dirty="0" err="1">
                <a:solidFill>
                  <a:srgbClr val="105237"/>
                </a:solidFill>
                <a:effectLst/>
                <a:latin typeface="Avenir Next LT Pro" panose="020F0502020204030204" pitchFamily="34" charset="0"/>
              </a:rPr>
              <a:t>St.Paul</a:t>
            </a:r>
            <a:endParaRPr lang="en-US" dirty="0"/>
          </a:p>
        </p:txBody>
      </p:sp>
      <p:sp>
        <p:nvSpPr>
          <p:cNvPr id="11" name="TextBox 10">
            <a:extLst>
              <a:ext uri="{FF2B5EF4-FFF2-40B4-BE49-F238E27FC236}">
                <a16:creationId xmlns:a16="http://schemas.microsoft.com/office/drawing/2014/main" id="{FFAD6A8C-AD16-439F-B679-4B9A36375E5A}"/>
              </a:ext>
            </a:extLst>
          </p:cNvPr>
          <p:cNvSpPr txBox="1"/>
          <p:nvPr/>
        </p:nvSpPr>
        <p:spPr>
          <a:xfrm>
            <a:off x="619125" y="5696991"/>
            <a:ext cx="4391025" cy="594121"/>
          </a:xfrm>
          <a:prstGeom prst="rect">
            <a:avLst/>
          </a:prstGeom>
          <a:noFill/>
        </p:spPr>
        <p:txBody>
          <a:bodyPr wrap="square" rtlCol="0">
            <a:normAutofit lnSpcReduction="10000"/>
          </a:bodyPr>
          <a:lstStyle/>
          <a:p>
            <a:pPr marL="0" algn="l">
              <a:buNone/>
            </a:pPr>
            <a:r>
              <a:rPr lang="en-US" sz="1800" b="0" dirty="0">
                <a:solidFill>
                  <a:srgbClr val="105237"/>
                </a:solidFill>
                <a:effectLst/>
                <a:latin typeface="Avenir Next LT Pro" panose="020F0502020204030204" pitchFamily="34" charset="0"/>
              </a:rPr>
              <a:t>Ben Peters</a:t>
            </a:r>
          </a:p>
          <a:p>
            <a:pPr marL="0" algn="l">
              <a:buNone/>
            </a:pPr>
            <a:r>
              <a:rPr lang="en-US" dirty="0">
                <a:solidFill>
                  <a:srgbClr val="105237"/>
                </a:solidFill>
                <a:latin typeface="Avenir Next LT Pro" panose="020F0502020204030204" pitchFamily="34" charset="0"/>
              </a:rPr>
              <a:t>05/07/2026</a:t>
            </a:r>
            <a:endParaRPr lang="en-US" dirty="0"/>
          </a:p>
        </p:txBody>
      </p:sp>
    </p:spTree>
    <p:extLst>
      <p:ext uri="{BB962C8B-B14F-4D97-AF65-F5344CB8AC3E}">
        <p14:creationId xmlns:p14="http://schemas.microsoft.com/office/powerpoint/2010/main" val="199899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92B441B-5949-4286-90C3-EBF060BB8846}"/>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9" name="Content Placeholder 8" descr="A modern aerial view of Minneapolis featuring a mix of residential neighborhoods and downtown skyscrapers, with clear skies and vibrant lighting. The image should convey a sense of urban growth and housing diversity, suitable for overlaying agenda text. No visible or implied text, letters, or words should appear anywhere in the image. The composition should allow for a centered agenda overlay and evoke professionalism and relevance to real estate and housing trends">
            <a:extLst>
              <a:ext uri="{FF2B5EF4-FFF2-40B4-BE49-F238E27FC236}">
                <a16:creationId xmlns:a16="http://schemas.microsoft.com/office/drawing/2014/main" id="{B44371C7-378F-4D47-8C3A-4B6816492413}"/>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0" y="0"/>
            <a:ext cx="4572000" cy="6858000"/>
          </a:xfrm>
          <a:prstGeom prst="rect">
            <a:avLst/>
          </a:prstGeom>
        </p:spPr>
      </p:pic>
      <p:sp>
        <p:nvSpPr>
          <p:cNvPr id="7" name="Slide Number Placeholder 6">
            <a:extLst>
              <a:ext uri="{FF2B5EF4-FFF2-40B4-BE49-F238E27FC236}">
                <a16:creationId xmlns:a16="http://schemas.microsoft.com/office/drawing/2014/main" id="{AB2C54BF-1F94-0493-FCC2-BBC3186D5D64}"/>
              </a:ext>
            </a:extLst>
          </p:cNvPr>
          <p:cNvSpPr>
            <a:spLocks noGrp="1"/>
          </p:cNvSpPr>
          <p:nvPr>
            <p:ph type="sldNum" sz="quarter" idx="19"/>
          </p:nvPr>
        </p:nvSpPr>
        <p:spPr/>
        <p:txBody>
          <a:bodyPr/>
          <a:lstStyle/>
          <a:p>
            <a:fld id="{AEAA3239-9EA4-4A65-A281-97F994456D9F}" type="slidenum">
              <a:rPr lang="en-US" smtClean="0"/>
              <a:pPr/>
              <a:t>2</a:t>
            </a:fld>
            <a:endParaRPr lang="en-US" sz="900" dirty="0"/>
          </a:p>
        </p:txBody>
      </p:sp>
      <p:sp>
        <p:nvSpPr>
          <p:cNvPr id="10" name="TextBox 9">
            <a:extLst>
              <a:ext uri="{FF2B5EF4-FFF2-40B4-BE49-F238E27FC236}">
                <a16:creationId xmlns:a16="http://schemas.microsoft.com/office/drawing/2014/main" id="{680BDFCE-58A8-42DA-9F7D-5B3D07535404}"/>
              </a:ext>
            </a:extLst>
          </p:cNvPr>
          <p:cNvSpPr txBox="1"/>
          <p:nvPr/>
        </p:nvSpPr>
        <p:spPr>
          <a:xfrm>
            <a:off x="5343525" y="1343025"/>
            <a:ext cx="6477000" cy="609600"/>
          </a:xfrm>
          <a:prstGeom prst="rect">
            <a:avLst/>
          </a:prstGeom>
          <a:noFill/>
        </p:spPr>
        <p:txBody>
          <a:bodyPr wrap="square" rtlCol="0">
            <a:normAutofit fontScale="85000" lnSpcReduction="20000"/>
          </a:bodyPr>
          <a:lstStyle/>
          <a:p>
            <a:r>
              <a:rPr lang="en-US" sz="4800" b="1" dirty="0">
                <a:solidFill>
                  <a:srgbClr val="105237"/>
                </a:solidFill>
                <a:latin typeface="Avenir Next LT Pro" panose="020B0504020202020204" pitchFamily="34" charset="0"/>
              </a:rPr>
              <a:t>Agenda </a:t>
            </a:r>
            <a:endParaRPr lang="en-US" sz="4800" b="1" dirty="0"/>
          </a:p>
        </p:txBody>
      </p:sp>
      <p:sp>
        <p:nvSpPr>
          <p:cNvPr id="11" name="TextBox 10">
            <a:extLst>
              <a:ext uri="{FF2B5EF4-FFF2-40B4-BE49-F238E27FC236}">
                <a16:creationId xmlns:a16="http://schemas.microsoft.com/office/drawing/2014/main" id="{646073C4-E3DB-4DC2-A23C-F7B42813D52A}"/>
              </a:ext>
            </a:extLst>
          </p:cNvPr>
          <p:cNvSpPr txBox="1"/>
          <p:nvPr/>
        </p:nvSpPr>
        <p:spPr>
          <a:xfrm>
            <a:off x="5343525" y="2333625"/>
            <a:ext cx="6477000" cy="3497332"/>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en-US" sz="2100" dirty="0">
                <a:solidFill>
                  <a:srgbClr val="105237"/>
                </a:solidFill>
                <a:latin typeface="Avenir Next LT Pro" panose="020B0504020202020204" pitchFamily="34" charset="0"/>
              </a:rPr>
              <a:t>Goal/Reason for Modeling</a:t>
            </a:r>
            <a:endParaRPr lang="en-US" sz="2100" dirty="0">
              <a:effectLst/>
            </a:endParaRPr>
          </a:p>
          <a:p>
            <a:pPr marL="342900" indent="-342900" algn="l">
              <a:buFont typeface="Arial" panose="020B0604020202020204" pitchFamily="34" charset="0"/>
              <a:buChar char="•"/>
            </a:pPr>
            <a:endParaRPr lang="en-US" sz="2025" dirty="0">
              <a:solidFill>
                <a:srgbClr val="105237"/>
              </a:solidFill>
              <a:latin typeface="Avenir Next LT Pro" panose="020B0504020202020204" pitchFamily="34" charset="0"/>
            </a:endParaRPr>
          </a:p>
          <a:p>
            <a:pPr marL="342900" indent="-342900" algn="l">
              <a:buFont typeface="Arial" panose="020B0604020202020204" pitchFamily="34" charset="0"/>
              <a:buChar char="•"/>
            </a:pPr>
            <a:r>
              <a:rPr lang="en-US" sz="2025" dirty="0">
                <a:solidFill>
                  <a:srgbClr val="105237"/>
                </a:solidFill>
                <a:latin typeface="Avenir Next LT Pro" panose="020B0504020202020204" pitchFamily="34" charset="0"/>
              </a:rPr>
              <a:t>Available Data</a:t>
            </a:r>
            <a:endParaRPr dirty="0">
              <a:effectLst/>
            </a:endParaRPr>
          </a:p>
          <a:p>
            <a:pPr marL="342900" indent="-342900">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Plan for Data Workup and Modeling</a:t>
            </a:r>
            <a:endParaRPr lang="en-US"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Data Cleanup Strategy</a:t>
            </a:r>
          </a:p>
          <a:p>
            <a:pPr marL="342900" indent="-342900" algn="l">
              <a:spcBef>
                <a:spcPts val="1500"/>
              </a:spcBef>
              <a:buFont typeface="Arial" panose="020B0604020202020204" pitchFamily="34" charset="0"/>
              <a:buChar char="•"/>
            </a:pPr>
            <a:r>
              <a:rPr lang="en-US" sz="2025" dirty="0">
                <a:solidFill>
                  <a:srgbClr val="105237"/>
                </a:solidFill>
                <a:effectLst/>
                <a:latin typeface="Avenir Next LT Pro" panose="020B0504020202020204" pitchFamily="34" charset="0"/>
              </a:rPr>
              <a:t>Exploratory Data Analysis</a:t>
            </a:r>
            <a:endParaRPr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Summary of Modeling Outcomes</a:t>
            </a: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Final Conclusions </a:t>
            </a:r>
          </a:p>
          <a:p>
            <a:pPr marL="342900" indent="-342900" algn="l">
              <a:spcBef>
                <a:spcPts val="1500"/>
              </a:spcBef>
              <a:buFont typeface="Arial" panose="020B0604020202020204" pitchFamily="34" charset="0"/>
              <a:buChar char="•"/>
            </a:pPr>
            <a:r>
              <a:rPr lang="en-US" sz="2025" dirty="0">
                <a:solidFill>
                  <a:srgbClr val="105237"/>
                </a:solidFill>
                <a:latin typeface="Avenir Next LT Pro" panose="020B0504020202020204" pitchFamily="34" charset="0"/>
              </a:rPr>
              <a:t>Next Steps</a:t>
            </a:r>
          </a:p>
          <a:p>
            <a:pPr marL="342900" indent="-342900" algn="l">
              <a:spcBef>
                <a:spcPts val="1500"/>
              </a:spcBef>
              <a:buFont typeface="Arial" panose="020B0604020202020204" pitchFamily="34" charset="0"/>
              <a:buChar char="•"/>
            </a:pPr>
            <a:endParaRPr lang="en-US" dirty="0"/>
          </a:p>
        </p:txBody>
      </p:sp>
    </p:spTree>
    <p:extLst>
      <p:ext uri="{BB962C8B-B14F-4D97-AF65-F5344CB8AC3E}">
        <p14:creationId xmlns:p14="http://schemas.microsoft.com/office/powerpoint/2010/main" val="239922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95BC-3A1A-0C40-1816-E7127D8FEA10}"/>
              </a:ext>
            </a:extLst>
          </p:cNvPr>
          <p:cNvSpPr>
            <a:spLocks noGrp="1"/>
          </p:cNvSpPr>
          <p:nvPr>
            <p:ph type="title"/>
          </p:nvPr>
        </p:nvSpPr>
        <p:spPr/>
        <p:txBody>
          <a:bodyPr/>
          <a:lstStyle/>
          <a:p>
            <a:r>
              <a:rPr lang="en-US" dirty="0">
                <a:solidFill>
                  <a:srgbClr val="105237"/>
                </a:solidFill>
                <a:latin typeface="Avenir Next LT Pro" panose="020B0504020202020204" pitchFamily="34" charset="0"/>
              </a:rPr>
              <a:t>Predicting Minneapolis/</a:t>
            </a:r>
            <a:r>
              <a:rPr lang="en-US" dirty="0" err="1">
                <a:solidFill>
                  <a:srgbClr val="105237"/>
                </a:solidFill>
                <a:latin typeface="Avenir Next LT Pro" panose="020B0504020202020204" pitchFamily="34" charset="0"/>
              </a:rPr>
              <a:t>St.Paul</a:t>
            </a:r>
            <a:r>
              <a:rPr lang="en-US" dirty="0">
                <a:solidFill>
                  <a:srgbClr val="105237"/>
                </a:solidFill>
                <a:latin typeface="Avenir Next LT Pro" panose="020B0504020202020204" pitchFamily="34" charset="0"/>
              </a:rPr>
              <a:t> Housing Data: Why Do it?</a:t>
            </a:r>
            <a:endParaRPr lang="en-US" dirty="0"/>
          </a:p>
        </p:txBody>
      </p:sp>
      <p:sp>
        <p:nvSpPr>
          <p:cNvPr id="3" name="Content Placeholder 2">
            <a:extLst>
              <a:ext uri="{FF2B5EF4-FFF2-40B4-BE49-F238E27FC236}">
                <a16:creationId xmlns:a16="http://schemas.microsoft.com/office/drawing/2014/main" id="{501A20A1-A65F-BB78-2368-14E0D1B84AAC}"/>
              </a:ext>
            </a:extLst>
          </p:cNvPr>
          <p:cNvSpPr>
            <a:spLocks noGrp="1"/>
          </p:cNvSpPr>
          <p:nvPr>
            <p:ph sz="quarter" idx="15"/>
          </p:nvPr>
        </p:nvSpPr>
        <p:spPr/>
        <p:txBody>
          <a:bodyPr/>
          <a:lstStyle/>
          <a:p>
            <a:r>
              <a:rPr lang="en-US" dirty="0"/>
              <a:t>For the general home buyer, why a price is set the way it is may not make sense</a:t>
            </a:r>
          </a:p>
          <a:p>
            <a:pPr lvl="1"/>
            <a:r>
              <a:rPr lang="en-US" dirty="0"/>
              <a:t>Why is one home much more expensive than the other?</a:t>
            </a:r>
          </a:p>
          <a:p>
            <a:pPr lvl="1"/>
            <a:endParaRPr lang="en-US" dirty="0"/>
          </a:p>
          <a:p>
            <a:r>
              <a:rPr lang="en-US" dirty="0"/>
              <a:t>This may lead the home buyer to pay way too much for a house, or miss an incredible deal</a:t>
            </a:r>
          </a:p>
          <a:p>
            <a:endParaRPr lang="en-US" dirty="0"/>
          </a:p>
          <a:p>
            <a:r>
              <a:rPr lang="en-US" b="1" dirty="0"/>
              <a:t>In order for the homebuyer to have a better idea of housing costs, a model could be used to predict the cost, and then the home buyer could compare to the expected price given by the model</a:t>
            </a:r>
          </a:p>
          <a:p>
            <a:endParaRPr lang="en-US" dirty="0"/>
          </a:p>
        </p:txBody>
      </p:sp>
      <p:sp>
        <p:nvSpPr>
          <p:cNvPr id="7" name="Slide Number Placeholder 6">
            <a:extLst>
              <a:ext uri="{FF2B5EF4-FFF2-40B4-BE49-F238E27FC236}">
                <a16:creationId xmlns:a16="http://schemas.microsoft.com/office/drawing/2014/main" id="{0787E8B9-6AEE-0C91-9EF7-D1C580E37F0C}"/>
              </a:ext>
            </a:extLst>
          </p:cNvPr>
          <p:cNvSpPr>
            <a:spLocks noGrp="1"/>
          </p:cNvSpPr>
          <p:nvPr>
            <p:ph type="sldNum" sz="quarter" idx="19"/>
          </p:nvPr>
        </p:nvSpPr>
        <p:spPr/>
        <p:txBody>
          <a:bodyPr/>
          <a:lstStyle/>
          <a:p>
            <a:fld id="{AEAA3239-9EA4-4A65-A281-97F994456D9F}" type="slidenum">
              <a:rPr lang="en-US" smtClean="0"/>
              <a:pPr/>
              <a:t>3</a:t>
            </a:fld>
            <a:endParaRPr lang="en-US" sz="900" dirty="0"/>
          </a:p>
        </p:txBody>
      </p:sp>
      <p:sp>
        <p:nvSpPr>
          <p:cNvPr id="8" name="AutoShape 2" descr="Minneapolis Housing Market: Trends and Forecast 2025-2026">
            <a:extLst>
              <a:ext uri="{FF2B5EF4-FFF2-40B4-BE49-F238E27FC236}">
                <a16:creationId xmlns:a16="http://schemas.microsoft.com/office/drawing/2014/main" id="{E6BCF526-7FC5-0679-674F-7A318463F4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E1CB25E-1431-682D-954D-C4D21624F411}"/>
              </a:ext>
            </a:extLst>
          </p:cNvPr>
          <p:cNvPicPr>
            <a:picLocks noChangeAspect="1"/>
          </p:cNvPicPr>
          <p:nvPr/>
        </p:nvPicPr>
        <p:blipFill>
          <a:blip r:embed="rId2"/>
          <a:stretch>
            <a:fillRect/>
          </a:stretch>
        </p:blipFill>
        <p:spPr>
          <a:xfrm>
            <a:off x="6372968" y="2391712"/>
            <a:ext cx="5214512" cy="2728928"/>
          </a:xfrm>
          <a:prstGeom prst="rect">
            <a:avLst/>
          </a:prstGeom>
        </p:spPr>
      </p:pic>
      <p:sp>
        <p:nvSpPr>
          <p:cNvPr id="10" name="TextBox 9">
            <a:extLst>
              <a:ext uri="{FF2B5EF4-FFF2-40B4-BE49-F238E27FC236}">
                <a16:creationId xmlns:a16="http://schemas.microsoft.com/office/drawing/2014/main" id="{5F7947C0-EAC1-4069-FC0F-1519B60B1D2B}"/>
              </a:ext>
            </a:extLst>
          </p:cNvPr>
          <p:cNvSpPr txBox="1"/>
          <p:nvPr/>
        </p:nvSpPr>
        <p:spPr>
          <a:xfrm>
            <a:off x="73291" y="6510681"/>
            <a:ext cx="5327164" cy="276999"/>
          </a:xfrm>
          <a:prstGeom prst="rect">
            <a:avLst/>
          </a:prstGeom>
          <a:noFill/>
        </p:spPr>
        <p:txBody>
          <a:bodyPr wrap="none" rtlCol="0">
            <a:spAutoFit/>
          </a:bodyPr>
          <a:lstStyle/>
          <a:p>
            <a:r>
              <a:rPr lang="en-US" sz="1200" dirty="0"/>
              <a:t>Image from: </a:t>
            </a:r>
            <a:r>
              <a:rPr lang="en-US" sz="1200" dirty="0">
                <a:hlinkClick r:id="rId3"/>
              </a:rPr>
              <a:t>Minneapolis Housing Market: Trends and Forecast 2025-2026</a:t>
            </a:r>
            <a:endParaRPr lang="en-US" sz="1200" dirty="0"/>
          </a:p>
        </p:txBody>
      </p:sp>
    </p:spTree>
    <p:extLst>
      <p:ext uri="{BB962C8B-B14F-4D97-AF65-F5344CB8AC3E}">
        <p14:creationId xmlns:p14="http://schemas.microsoft.com/office/powerpoint/2010/main" val="1550129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30E53-6CC9-1BAE-243D-C480F24A0425}"/>
              </a:ext>
            </a:extLst>
          </p:cNvPr>
          <p:cNvSpPr>
            <a:spLocks noGrp="1"/>
          </p:cNvSpPr>
          <p:nvPr>
            <p:ph sz="quarter" idx="16"/>
          </p:nvPr>
        </p:nvSpPr>
        <p:spPr>
          <a:xfrm>
            <a:off x="258417" y="226587"/>
            <a:ext cx="5278153" cy="1695379"/>
          </a:xfrm>
        </p:spPr>
        <p:txBody>
          <a:bodyPr>
            <a:normAutofit/>
          </a:bodyPr>
          <a:lstStyle/>
          <a:p>
            <a:pPr marL="0" indent="0" algn="l">
              <a:buNone/>
            </a:pPr>
            <a:r>
              <a:rPr lang="en-US" sz="4800" b="1" dirty="0">
                <a:solidFill>
                  <a:srgbClr val="105237"/>
                </a:solidFill>
                <a:effectLst/>
                <a:latin typeface="Avenir Next LT Pro" panose="020B0504020202020204" pitchFamily="34" charset="0"/>
              </a:rPr>
              <a:t>Data Overview: </a:t>
            </a:r>
            <a:endParaRPr lang="en-US" b="1" dirty="0"/>
          </a:p>
        </p:txBody>
      </p:sp>
      <p:sp>
        <p:nvSpPr>
          <p:cNvPr id="7" name="Slide Number Placeholder 6">
            <a:extLst>
              <a:ext uri="{FF2B5EF4-FFF2-40B4-BE49-F238E27FC236}">
                <a16:creationId xmlns:a16="http://schemas.microsoft.com/office/drawing/2014/main" id="{5D87E06A-B9E5-5E76-D96F-DB91440189C6}"/>
              </a:ext>
            </a:extLst>
          </p:cNvPr>
          <p:cNvSpPr>
            <a:spLocks noGrp="1"/>
          </p:cNvSpPr>
          <p:nvPr>
            <p:ph type="sldNum" sz="quarter" idx="19"/>
          </p:nvPr>
        </p:nvSpPr>
        <p:spPr/>
        <p:txBody>
          <a:bodyPr/>
          <a:lstStyle/>
          <a:p>
            <a:fld id="{AEAA3239-9EA4-4A65-A281-97F994456D9F}" type="slidenum">
              <a:rPr lang="en-US" smtClean="0"/>
              <a:pPr/>
              <a:t>4</a:t>
            </a:fld>
            <a:endParaRPr lang="en-US" sz="900" dirty="0"/>
          </a:p>
        </p:txBody>
      </p:sp>
      <p:pic>
        <p:nvPicPr>
          <p:cNvPr id="13" name="Content Placeholder 12">
            <a:extLst>
              <a:ext uri="{FF2B5EF4-FFF2-40B4-BE49-F238E27FC236}">
                <a16:creationId xmlns:a16="http://schemas.microsoft.com/office/drawing/2014/main" id="{FB2D8746-30E0-7549-CA8B-6A75BFDCEA76}"/>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5536572" y="3251781"/>
            <a:ext cx="6655428" cy="3025194"/>
          </a:xfrm>
          <a:prstGeom prst="rect">
            <a:avLst/>
          </a:prstGeom>
        </p:spPr>
      </p:pic>
      <p:pic>
        <p:nvPicPr>
          <p:cNvPr id="15" name="Picture 14">
            <a:extLst>
              <a:ext uri="{FF2B5EF4-FFF2-40B4-BE49-F238E27FC236}">
                <a16:creationId xmlns:a16="http://schemas.microsoft.com/office/drawing/2014/main" id="{DE5870B2-20F1-1880-1D47-3938D8B3F755}"/>
              </a:ext>
            </a:extLst>
          </p:cNvPr>
          <p:cNvPicPr>
            <a:picLocks noChangeAspect="1"/>
          </p:cNvPicPr>
          <p:nvPr/>
        </p:nvPicPr>
        <p:blipFill>
          <a:blip r:embed="rId4"/>
          <a:stretch>
            <a:fillRect/>
          </a:stretch>
        </p:blipFill>
        <p:spPr>
          <a:xfrm>
            <a:off x="5536571" y="114853"/>
            <a:ext cx="6655429" cy="3136928"/>
          </a:xfrm>
          <a:prstGeom prst="rect">
            <a:avLst/>
          </a:prstGeom>
        </p:spPr>
      </p:pic>
      <p:sp>
        <p:nvSpPr>
          <p:cNvPr id="16" name="TextBox 15">
            <a:extLst>
              <a:ext uri="{FF2B5EF4-FFF2-40B4-BE49-F238E27FC236}">
                <a16:creationId xmlns:a16="http://schemas.microsoft.com/office/drawing/2014/main" id="{D8D397B2-6019-36BE-151F-6F67415FE962}"/>
              </a:ext>
            </a:extLst>
          </p:cNvPr>
          <p:cNvSpPr txBox="1"/>
          <p:nvPr/>
        </p:nvSpPr>
        <p:spPr>
          <a:xfrm>
            <a:off x="390939" y="1921966"/>
            <a:ext cx="483704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All houses were on the market at the time the data was acquired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Initial dataset had 702 properties sourced from Kaggle/Redfin (CSV)</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properties were from the Minneapolis/ St. Paul area</a:t>
            </a:r>
          </a:p>
          <a:p>
            <a:pPr marL="742950" lvl="1" indent="-285750">
              <a:buFont typeface="Arial" panose="020B0604020202020204" pitchFamily="34" charset="0"/>
              <a:buChar char="•"/>
            </a:pPr>
            <a:r>
              <a:rPr lang="en-US" dirty="0"/>
              <a:t>Limiting the scope allows for less effects from differing laws, taxes, and other data that was not readily available</a:t>
            </a:r>
          </a:p>
        </p:txBody>
      </p:sp>
      <p:sp>
        <p:nvSpPr>
          <p:cNvPr id="17" name="TextBox 16">
            <a:extLst>
              <a:ext uri="{FF2B5EF4-FFF2-40B4-BE49-F238E27FC236}">
                <a16:creationId xmlns:a16="http://schemas.microsoft.com/office/drawing/2014/main" id="{709F824D-32A3-B6A8-BB47-78B52C7ED876}"/>
              </a:ext>
            </a:extLst>
          </p:cNvPr>
          <p:cNvSpPr txBox="1"/>
          <p:nvPr/>
        </p:nvSpPr>
        <p:spPr>
          <a:xfrm>
            <a:off x="0" y="6537296"/>
            <a:ext cx="4552849" cy="261610"/>
          </a:xfrm>
          <a:prstGeom prst="rect">
            <a:avLst/>
          </a:prstGeom>
          <a:noFill/>
        </p:spPr>
        <p:txBody>
          <a:bodyPr wrap="none" rtlCol="0">
            <a:spAutoFit/>
          </a:bodyPr>
          <a:lstStyle/>
          <a:p>
            <a:r>
              <a:rPr lang="en-US" sz="1100" dirty="0"/>
              <a:t>Data Sourced From</a:t>
            </a:r>
            <a:r>
              <a:rPr lang="en-US" sz="1100"/>
              <a:t>: </a:t>
            </a:r>
            <a:r>
              <a:rPr lang="en-US" sz="1100">
                <a:hlinkClick r:id="rId5"/>
              </a:rPr>
              <a:t>🏡 United States - Redfin Housing Market (CSV)</a:t>
            </a:r>
            <a:endParaRPr lang="en-US" sz="1100" dirty="0"/>
          </a:p>
        </p:txBody>
      </p:sp>
    </p:spTree>
    <p:extLst>
      <p:ext uri="{BB962C8B-B14F-4D97-AF65-F5344CB8AC3E}">
        <p14:creationId xmlns:p14="http://schemas.microsoft.com/office/powerpoint/2010/main" val="225695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90E5C-F683-2524-DA1C-1E10FA5A10C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E767315-6905-4033-27D0-85249F3BBCDB}"/>
              </a:ext>
            </a:extLst>
          </p:cNvPr>
          <p:cNvSpPr>
            <a:spLocks noGrp="1"/>
          </p:cNvSpPr>
          <p:nvPr>
            <p:ph type="sldNum" sz="quarter" idx="19"/>
          </p:nvPr>
        </p:nvSpPr>
        <p:spPr/>
        <p:txBody>
          <a:bodyPr/>
          <a:lstStyle/>
          <a:p>
            <a:fld id="{AEAA3239-9EA4-4A65-A281-97F994456D9F}" type="slidenum">
              <a:rPr lang="en-US" smtClean="0"/>
              <a:pPr/>
              <a:t>5</a:t>
            </a:fld>
            <a:endParaRPr lang="en-US" sz="900" dirty="0"/>
          </a:p>
        </p:txBody>
      </p:sp>
      <p:sp>
        <p:nvSpPr>
          <p:cNvPr id="8" name="TextBox 7">
            <a:extLst>
              <a:ext uri="{FF2B5EF4-FFF2-40B4-BE49-F238E27FC236}">
                <a16:creationId xmlns:a16="http://schemas.microsoft.com/office/drawing/2014/main" id="{4F1068AB-2729-2340-6697-265B6014D44C}"/>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0046C9FE-1FB9-E22B-D92E-4266603A08E2}"/>
              </a:ext>
            </a:extLst>
          </p:cNvPr>
          <p:cNvGraphicFramePr/>
          <p:nvPr>
            <p:extLst>
              <p:ext uri="{D42A27DB-BD31-4B8C-83A1-F6EECF244321}">
                <p14:modId xmlns:p14="http://schemas.microsoft.com/office/powerpoint/2010/main" val="1823526977"/>
              </p:ext>
            </p:extLst>
          </p:nvPr>
        </p:nvGraphicFramePr>
        <p:xfrm>
          <a:off x="1046922" y="1869783"/>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2398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DFF0D-F9E8-6DE7-75D5-B7AC1BCF4F4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C574F0E-78E3-84F8-E119-EEB767F6DB69}"/>
              </a:ext>
            </a:extLst>
          </p:cNvPr>
          <p:cNvSpPr>
            <a:spLocks noGrp="1"/>
          </p:cNvSpPr>
          <p:nvPr>
            <p:ph type="sldNum" sz="quarter" idx="19"/>
          </p:nvPr>
        </p:nvSpPr>
        <p:spPr/>
        <p:txBody>
          <a:bodyPr/>
          <a:lstStyle/>
          <a:p>
            <a:fld id="{AEAA3239-9EA4-4A65-A281-97F994456D9F}" type="slidenum">
              <a:rPr lang="en-US" smtClean="0"/>
              <a:pPr/>
              <a:t>6</a:t>
            </a:fld>
            <a:endParaRPr lang="en-US" sz="900" dirty="0"/>
          </a:p>
        </p:txBody>
      </p:sp>
      <p:sp>
        <p:nvSpPr>
          <p:cNvPr id="8" name="TextBox 7">
            <a:extLst>
              <a:ext uri="{FF2B5EF4-FFF2-40B4-BE49-F238E27FC236}">
                <a16:creationId xmlns:a16="http://schemas.microsoft.com/office/drawing/2014/main" id="{31C31217-69E3-7F20-7171-1741B3523B62}"/>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6E1A42CA-1C84-225D-9F3F-CE5704A57359}"/>
              </a:ext>
            </a:extLst>
          </p:cNvPr>
          <p:cNvGraphicFramePr/>
          <p:nvPr/>
        </p:nvGraphicFramePr>
        <p:xfrm>
          <a:off x="1046922" y="1869783"/>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a:extLst>
              <a:ext uri="{FF2B5EF4-FFF2-40B4-BE49-F238E27FC236}">
                <a16:creationId xmlns:a16="http://schemas.microsoft.com/office/drawing/2014/main" id="{9AD61BCC-02B5-4F95-4824-F5861E5C335A}"/>
              </a:ext>
            </a:extLst>
          </p:cNvPr>
          <p:cNvSpPr/>
          <p:nvPr/>
        </p:nvSpPr>
        <p:spPr>
          <a:xfrm>
            <a:off x="936885" y="1783834"/>
            <a:ext cx="10388184" cy="1131757"/>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753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E782C-C5A3-BC25-133D-2DD715A0F44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60235C7-EB4A-7F61-95F3-E45D22080391}"/>
              </a:ext>
            </a:extLst>
          </p:cNvPr>
          <p:cNvSpPr>
            <a:spLocks noGrp="1"/>
          </p:cNvSpPr>
          <p:nvPr>
            <p:ph type="sldNum" sz="quarter" idx="19"/>
          </p:nvPr>
        </p:nvSpPr>
        <p:spPr/>
        <p:txBody>
          <a:bodyPr/>
          <a:lstStyle/>
          <a:p>
            <a:fld id="{AEAA3239-9EA4-4A65-A281-97F994456D9F}" type="slidenum">
              <a:rPr lang="en-US" smtClean="0"/>
              <a:pPr/>
              <a:t>7</a:t>
            </a:fld>
            <a:endParaRPr lang="en-US" sz="900" dirty="0"/>
          </a:p>
        </p:txBody>
      </p:sp>
      <p:sp>
        <p:nvSpPr>
          <p:cNvPr id="8" name="TextBox 7">
            <a:extLst>
              <a:ext uri="{FF2B5EF4-FFF2-40B4-BE49-F238E27FC236}">
                <a16:creationId xmlns:a16="http://schemas.microsoft.com/office/drawing/2014/main" id="{F513E389-EB1A-6310-0EF3-56DF6AEBA15C}"/>
              </a:ext>
            </a:extLst>
          </p:cNvPr>
          <p:cNvSpPr txBox="1"/>
          <p:nvPr/>
        </p:nvSpPr>
        <p:spPr>
          <a:xfrm>
            <a:off x="252412" y="267668"/>
            <a:ext cx="10955535" cy="502890"/>
          </a:xfrm>
          <a:prstGeom prst="rect">
            <a:avLst/>
          </a:prstGeom>
          <a:noFill/>
        </p:spPr>
        <p:txBody>
          <a:bodyPr wrap="square" rtlCol="0">
            <a:normAutofit fontScale="77500" lnSpcReduction="20000"/>
          </a:bodyPr>
          <a:lstStyle/>
          <a:p>
            <a:pPr marL="0" algn="l">
              <a:buNone/>
            </a:pPr>
            <a:r>
              <a:rPr lang="en-US" sz="3600" b="1" dirty="0">
                <a:solidFill>
                  <a:srgbClr val="105237"/>
                </a:solidFill>
                <a:effectLst/>
                <a:latin typeface="Avenir Next LT Pro" panose="020B0504020202020204" pitchFamily="34" charset="0"/>
              </a:rPr>
              <a:t>Data Cleanup: Removing Null Values and Specific Features </a:t>
            </a:r>
            <a:endParaRPr lang="en-US" b="1" dirty="0"/>
          </a:p>
        </p:txBody>
      </p:sp>
      <p:cxnSp>
        <p:nvCxnSpPr>
          <p:cNvPr id="6" name="Straight Connector 5">
            <a:extLst>
              <a:ext uri="{FF2B5EF4-FFF2-40B4-BE49-F238E27FC236}">
                <a16:creationId xmlns:a16="http://schemas.microsoft.com/office/drawing/2014/main" id="{5D5BC576-458C-D34E-79FA-BAD7BE89188A}"/>
              </a:ext>
            </a:extLst>
          </p:cNvPr>
          <p:cNvCxnSpPr/>
          <p:nvPr/>
        </p:nvCxnSpPr>
        <p:spPr>
          <a:xfrm>
            <a:off x="3947686" y="1141424"/>
            <a:ext cx="0" cy="502604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8239124-D447-55BA-AE62-563D410F9C4D}"/>
              </a:ext>
            </a:extLst>
          </p:cNvPr>
          <p:cNvCxnSpPr/>
          <p:nvPr/>
        </p:nvCxnSpPr>
        <p:spPr>
          <a:xfrm>
            <a:off x="8281096" y="1141424"/>
            <a:ext cx="0" cy="5026047"/>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4FCCB0E-744C-B497-6F34-31EF30B94676}"/>
              </a:ext>
            </a:extLst>
          </p:cNvPr>
          <p:cNvSpPr txBox="1"/>
          <p:nvPr/>
        </p:nvSpPr>
        <p:spPr>
          <a:xfrm>
            <a:off x="447741" y="1141424"/>
            <a:ext cx="3279228" cy="646331"/>
          </a:xfrm>
          <a:prstGeom prst="rect">
            <a:avLst/>
          </a:prstGeom>
          <a:noFill/>
        </p:spPr>
        <p:txBody>
          <a:bodyPr wrap="square" rtlCol="0">
            <a:spAutoFit/>
          </a:bodyPr>
          <a:lstStyle/>
          <a:p>
            <a:pPr algn="ctr"/>
            <a:r>
              <a:rPr lang="en-US" dirty="0"/>
              <a:t>Example 1: Features having only a single value</a:t>
            </a:r>
          </a:p>
        </p:txBody>
      </p:sp>
      <p:sp>
        <p:nvSpPr>
          <p:cNvPr id="11" name="TextBox 10">
            <a:extLst>
              <a:ext uri="{FF2B5EF4-FFF2-40B4-BE49-F238E27FC236}">
                <a16:creationId xmlns:a16="http://schemas.microsoft.com/office/drawing/2014/main" id="{4FA25B7B-6BAE-9978-C77A-5ABC89F59D11}"/>
              </a:ext>
            </a:extLst>
          </p:cNvPr>
          <p:cNvSpPr txBox="1"/>
          <p:nvPr/>
        </p:nvSpPr>
        <p:spPr>
          <a:xfrm>
            <a:off x="4474777" y="1141424"/>
            <a:ext cx="3279228" cy="369332"/>
          </a:xfrm>
          <a:prstGeom prst="rect">
            <a:avLst/>
          </a:prstGeom>
          <a:noFill/>
        </p:spPr>
        <p:txBody>
          <a:bodyPr wrap="square" rtlCol="0">
            <a:spAutoFit/>
          </a:bodyPr>
          <a:lstStyle/>
          <a:p>
            <a:pPr algn="ctr"/>
            <a:r>
              <a:rPr lang="en-US" dirty="0"/>
              <a:t>Example 2: Vacant Lots</a:t>
            </a:r>
          </a:p>
        </p:txBody>
      </p:sp>
      <p:sp>
        <p:nvSpPr>
          <p:cNvPr id="12" name="TextBox 11">
            <a:extLst>
              <a:ext uri="{FF2B5EF4-FFF2-40B4-BE49-F238E27FC236}">
                <a16:creationId xmlns:a16="http://schemas.microsoft.com/office/drawing/2014/main" id="{4741817D-ADC7-4930-F4BE-E57D502F4660}"/>
              </a:ext>
            </a:extLst>
          </p:cNvPr>
          <p:cNvSpPr txBox="1"/>
          <p:nvPr/>
        </p:nvSpPr>
        <p:spPr>
          <a:xfrm>
            <a:off x="8465031" y="1095257"/>
            <a:ext cx="3279228" cy="646331"/>
          </a:xfrm>
          <a:prstGeom prst="rect">
            <a:avLst/>
          </a:prstGeom>
          <a:noFill/>
        </p:spPr>
        <p:txBody>
          <a:bodyPr wrap="square" rtlCol="0">
            <a:spAutoFit/>
          </a:bodyPr>
          <a:lstStyle/>
          <a:p>
            <a:pPr algn="ctr"/>
            <a:r>
              <a:rPr lang="en-US" dirty="0"/>
              <a:t>Example 3: Removing rows missing all values</a:t>
            </a:r>
          </a:p>
        </p:txBody>
      </p:sp>
      <p:graphicFrame>
        <p:nvGraphicFramePr>
          <p:cNvPr id="14" name="Table 13">
            <a:extLst>
              <a:ext uri="{FF2B5EF4-FFF2-40B4-BE49-F238E27FC236}">
                <a16:creationId xmlns:a16="http://schemas.microsoft.com/office/drawing/2014/main" id="{DB53A617-EAA2-125D-855D-5F3D24B07780}"/>
              </a:ext>
            </a:extLst>
          </p:cNvPr>
          <p:cNvGraphicFramePr>
            <a:graphicFrameLocks noGrp="1"/>
          </p:cNvGraphicFramePr>
          <p:nvPr>
            <p:extLst>
              <p:ext uri="{D42A27DB-BD31-4B8C-83A1-F6EECF244321}">
                <p14:modId xmlns:p14="http://schemas.microsoft.com/office/powerpoint/2010/main" val="2502440042"/>
              </p:ext>
            </p:extLst>
          </p:nvPr>
        </p:nvGraphicFramePr>
        <p:xfrm>
          <a:off x="447741" y="2552700"/>
          <a:ext cx="3227904" cy="1752600"/>
        </p:xfrm>
        <a:graphic>
          <a:graphicData uri="http://schemas.openxmlformats.org/drawingml/2006/table">
            <a:tbl>
              <a:tblPr firstRow="1" bandRow="1">
                <a:tableStyleId>{5C22544A-7EE6-4342-B048-85BDC9FD1C3A}</a:tableStyleId>
              </a:tblPr>
              <a:tblGrid>
                <a:gridCol w="1613952">
                  <a:extLst>
                    <a:ext uri="{9D8B030D-6E8A-4147-A177-3AD203B41FA5}">
                      <a16:colId xmlns:a16="http://schemas.microsoft.com/office/drawing/2014/main" val="1085568931"/>
                    </a:ext>
                  </a:extLst>
                </a:gridCol>
                <a:gridCol w="1613952">
                  <a:extLst>
                    <a:ext uri="{9D8B030D-6E8A-4147-A177-3AD203B41FA5}">
                      <a16:colId xmlns:a16="http://schemas.microsoft.com/office/drawing/2014/main" val="788251560"/>
                    </a:ext>
                  </a:extLst>
                </a:gridCol>
              </a:tblGrid>
              <a:tr h="370840">
                <a:tc>
                  <a:txBody>
                    <a:bodyPr/>
                    <a:lstStyle/>
                    <a:p>
                      <a:r>
                        <a:rPr lang="en-US" dirty="0"/>
                        <a:t>Feature</a:t>
                      </a:r>
                    </a:p>
                  </a:txBody>
                  <a:tcPr/>
                </a:tc>
                <a:tc>
                  <a:txBody>
                    <a:bodyPr/>
                    <a:lstStyle/>
                    <a:p>
                      <a:r>
                        <a:rPr lang="en-US" dirty="0"/>
                        <a:t>Value</a:t>
                      </a:r>
                    </a:p>
                  </a:txBody>
                  <a:tcPr/>
                </a:tc>
                <a:extLst>
                  <a:ext uri="{0D108BD9-81ED-4DB2-BD59-A6C34878D82A}">
                    <a16:rowId xmlns:a16="http://schemas.microsoft.com/office/drawing/2014/main" val="3456165555"/>
                  </a:ext>
                </a:extLst>
              </a:tr>
              <a:tr h="370840">
                <a:tc>
                  <a:txBody>
                    <a:bodyPr/>
                    <a:lstStyle/>
                    <a:p>
                      <a:r>
                        <a:rPr lang="en-US" dirty="0"/>
                        <a:t>Sale Date</a:t>
                      </a:r>
                    </a:p>
                  </a:txBody>
                  <a:tcPr/>
                </a:tc>
                <a:tc>
                  <a:txBody>
                    <a:bodyPr/>
                    <a:lstStyle/>
                    <a:p>
                      <a:r>
                        <a:rPr lang="en-US" dirty="0"/>
                        <a:t>Null</a:t>
                      </a:r>
                    </a:p>
                  </a:txBody>
                  <a:tcPr/>
                </a:tc>
                <a:extLst>
                  <a:ext uri="{0D108BD9-81ED-4DB2-BD59-A6C34878D82A}">
                    <a16:rowId xmlns:a16="http://schemas.microsoft.com/office/drawing/2014/main" val="2248535666"/>
                  </a:ext>
                </a:extLst>
              </a:tr>
              <a:tr h="370840">
                <a:tc>
                  <a:txBody>
                    <a:bodyPr/>
                    <a:lstStyle/>
                    <a:p>
                      <a:r>
                        <a:rPr lang="en-US" dirty="0"/>
                        <a:t>State</a:t>
                      </a:r>
                    </a:p>
                  </a:txBody>
                  <a:tcPr/>
                </a:tc>
                <a:tc>
                  <a:txBody>
                    <a:bodyPr/>
                    <a:lstStyle/>
                    <a:p>
                      <a:r>
                        <a:rPr lang="en-US" dirty="0"/>
                        <a:t>MN</a:t>
                      </a:r>
                    </a:p>
                  </a:txBody>
                  <a:tcPr/>
                </a:tc>
                <a:extLst>
                  <a:ext uri="{0D108BD9-81ED-4DB2-BD59-A6C34878D82A}">
                    <a16:rowId xmlns:a16="http://schemas.microsoft.com/office/drawing/2014/main" val="2030856781"/>
                  </a:ext>
                </a:extLst>
              </a:tr>
              <a:tr h="370840">
                <a:tc>
                  <a:txBody>
                    <a:bodyPr/>
                    <a:lstStyle/>
                    <a:p>
                      <a:r>
                        <a:rPr lang="en-US" dirty="0"/>
                        <a:t>URL</a:t>
                      </a:r>
                    </a:p>
                  </a:txBody>
                  <a:tcPr/>
                </a:tc>
                <a:tc>
                  <a:txBody>
                    <a:bodyPr/>
                    <a:lstStyle/>
                    <a:p>
                      <a:r>
                        <a:rPr lang="en-US" dirty="0"/>
                        <a:t>URL for Redfin</a:t>
                      </a:r>
                    </a:p>
                  </a:txBody>
                  <a:tcPr/>
                </a:tc>
                <a:extLst>
                  <a:ext uri="{0D108BD9-81ED-4DB2-BD59-A6C34878D82A}">
                    <a16:rowId xmlns:a16="http://schemas.microsoft.com/office/drawing/2014/main" val="720223908"/>
                  </a:ext>
                </a:extLst>
              </a:tr>
            </a:tbl>
          </a:graphicData>
        </a:graphic>
      </p:graphicFrame>
      <p:sp>
        <p:nvSpPr>
          <p:cNvPr id="16" name="TextBox 15">
            <a:extLst>
              <a:ext uri="{FF2B5EF4-FFF2-40B4-BE49-F238E27FC236}">
                <a16:creationId xmlns:a16="http://schemas.microsoft.com/office/drawing/2014/main" id="{B7ECEBBE-7918-FABA-F6C1-6405B0D7B03C}"/>
              </a:ext>
            </a:extLst>
          </p:cNvPr>
          <p:cNvSpPr txBox="1"/>
          <p:nvPr/>
        </p:nvSpPr>
        <p:spPr>
          <a:xfrm>
            <a:off x="403598" y="4969291"/>
            <a:ext cx="3323372"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These columns for removed completely</a:t>
            </a:r>
          </a:p>
        </p:txBody>
      </p:sp>
      <p:graphicFrame>
        <p:nvGraphicFramePr>
          <p:cNvPr id="17" name="Table 16">
            <a:extLst>
              <a:ext uri="{FF2B5EF4-FFF2-40B4-BE49-F238E27FC236}">
                <a16:creationId xmlns:a16="http://schemas.microsoft.com/office/drawing/2014/main" id="{29EB9766-BDD8-23EB-0A35-68435E70D274}"/>
              </a:ext>
            </a:extLst>
          </p:cNvPr>
          <p:cNvGraphicFramePr>
            <a:graphicFrameLocks noGrp="1"/>
          </p:cNvGraphicFramePr>
          <p:nvPr>
            <p:extLst>
              <p:ext uri="{D42A27DB-BD31-4B8C-83A1-F6EECF244321}">
                <p14:modId xmlns:p14="http://schemas.microsoft.com/office/powerpoint/2010/main" val="4197879711"/>
              </p:ext>
            </p:extLst>
          </p:nvPr>
        </p:nvGraphicFramePr>
        <p:xfrm>
          <a:off x="4526101" y="1996440"/>
          <a:ext cx="3227904" cy="2865120"/>
        </p:xfrm>
        <a:graphic>
          <a:graphicData uri="http://schemas.openxmlformats.org/drawingml/2006/table">
            <a:tbl>
              <a:tblPr firstRow="1" bandRow="1">
                <a:tableStyleId>{5C22544A-7EE6-4342-B048-85BDC9FD1C3A}</a:tableStyleId>
              </a:tblPr>
              <a:tblGrid>
                <a:gridCol w="1613952">
                  <a:extLst>
                    <a:ext uri="{9D8B030D-6E8A-4147-A177-3AD203B41FA5}">
                      <a16:colId xmlns:a16="http://schemas.microsoft.com/office/drawing/2014/main" val="1085568931"/>
                    </a:ext>
                  </a:extLst>
                </a:gridCol>
                <a:gridCol w="1613952">
                  <a:extLst>
                    <a:ext uri="{9D8B030D-6E8A-4147-A177-3AD203B41FA5}">
                      <a16:colId xmlns:a16="http://schemas.microsoft.com/office/drawing/2014/main" val="788251560"/>
                    </a:ext>
                  </a:extLst>
                </a:gridCol>
              </a:tblGrid>
              <a:tr h="370840">
                <a:tc>
                  <a:txBody>
                    <a:bodyPr/>
                    <a:lstStyle/>
                    <a:p>
                      <a:r>
                        <a:rPr lang="en-US" dirty="0"/>
                        <a:t>Housing type</a:t>
                      </a:r>
                    </a:p>
                  </a:txBody>
                  <a:tcPr/>
                </a:tc>
                <a:tc>
                  <a:txBody>
                    <a:bodyPr/>
                    <a:lstStyle/>
                    <a:p>
                      <a:r>
                        <a:rPr lang="en-US" dirty="0"/>
                        <a:t>Quantity</a:t>
                      </a:r>
                    </a:p>
                  </a:txBody>
                  <a:tcPr/>
                </a:tc>
                <a:extLst>
                  <a:ext uri="{0D108BD9-81ED-4DB2-BD59-A6C34878D82A}">
                    <a16:rowId xmlns:a16="http://schemas.microsoft.com/office/drawing/2014/main" val="3456165555"/>
                  </a:ext>
                </a:extLst>
              </a:tr>
              <a:tr h="370840">
                <a:tc>
                  <a:txBody>
                    <a:bodyPr/>
                    <a:lstStyle/>
                    <a:p>
                      <a:r>
                        <a:rPr lang="en-US" dirty="0"/>
                        <a:t>Single Family Residential</a:t>
                      </a:r>
                    </a:p>
                  </a:txBody>
                  <a:tcPr/>
                </a:tc>
                <a:tc>
                  <a:txBody>
                    <a:bodyPr/>
                    <a:lstStyle/>
                    <a:p>
                      <a:r>
                        <a:rPr lang="en-US" dirty="0"/>
                        <a:t>430</a:t>
                      </a:r>
                    </a:p>
                  </a:txBody>
                  <a:tcPr/>
                </a:tc>
                <a:extLst>
                  <a:ext uri="{0D108BD9-81ED-4DB2-BD59-A6C34878D82A}">
                    <a16:rowId xmlns:a16="http://schemas.microsoft.com/office/drawing/2014/main" val="2248535666"/>
                  </a:ext>
                </a:extLst>
              </a:tr>
              <a:tr h="370840">
                <a:tc>
                  <a:txBody>
                    <a:bodyPr/>
                    <a:lstStyle/>
                    <a:p>
                      <a:r>
                        <a:rPr lang="en-US" dirty="0"/>
                        <a:t>Condo</a:t>
                      </a:r>
                    </a:p>
                  </a:txBody>
                  <a:tcPr/>
                </a:tc>
                <a:tc>
                  <a:txBody>
                    <a:bodyPr/>
                    <a:lstStyle/>
                    <a:p>
                      <a:r>
                        <a:rPr lang="en-US" dirty="0"/>
                        <a:t>128</a:t>
                      </a:r>
                    </a:p>
                  </a:txBody>
                  <a:tcPr/>
                </a:tc>
                <a:extLst>
                  <a:ext uri="{0D108BD9-81ED-4DB2-BD59-A6C34878D82A}">
                    <a16:rowId xmlns:a16="http://schemas.microsoft.com/office/drawing/2014/main" val="2030856781"/>
                  </a:ext>
                </a:extLst>
              </a:tr>
              <a:tr h="370840">
                <a:tc>
                  <a:txBody>
                    <a:bodyPr/>
                    <a:lstStyle/>
                    <a:p>
                      <a:r>
                        <a:rPr lang="en-US" dirty="0"/>
                        <a:t>Multi-Family</a:t>
                      </a:r>
                    </a:p>
                  </a:txBody>
                  <a:tcPr/>
                </a:tc>
                <a:tc>
                  <a:txBody>
                    <a:bodyPr/>
                    <a:lstStyle/>
                    <a:p>
                      <a:r>
                        <a:rPr lang="en-US" dirty="0"/>
                        <a:t>64</a:t>
                      </a:r>
                    </a:p>
                  </a:txBody>
                  <a:tcPr/>
                </a:tc>
                <a:extLst>
                  <a:ext uri="{0D108BD9-81ED-4DB2-BD59-A6C34878D82A}">
                    <a16:rowId xmlns:a16="http://schemas.microsoft.com/office/drawing/2014/main" val="720223908"/>
                  </a:ext>
                </a:extLst>
              </a:tr>
              <a:tr h="370840">
                <a:tc>
                  <a:txBody>
                    <a:bodyPr/>
                    <a:lstStyle/>
                    <a:p>
                      <a:r>
                        <a:rPr lang="en-US" dirty="0"/>
                        <a:t>Townhouse</a:t>
                      </a:r>
                    </a:p>
                  </a:txBody>
                  <a:tcPr/>
                </a:tc>
                <a:tc>
                  <a:txBody>
                    <a:bodyPr/>
                    <a:lstStyle/>
                    <a:p>
                      <a:r>
                        <a:rPr lang="en-US" dirty="0"/>
                        <a:t>60</a:t>
                      </a:r>
                    </a:p>
                  </a:txBody>
                  <a:tcPr/>
                </a:tc>
                <a:extLst>
                  <a:ext uri="{0D108BD9-81ED-4DB2-BD59-A6C34878D82A}">
                    <a16:rowId xmlns:a16="http://schemas.microsoft.com/office/drawing/2014/main" val="514784343"/>
                  </a:ext>
                </a:extLst>
              </a:tr>
              <a:tr h="370840">
                <a:tc>
                  <a:txBody>
                    <a:bodyPr/>
                    <a:lstStyle/>
                    <a:p>
                      <a:r>
                        <a:rPr lang="en-US" dirty="0"/>
                        <a:t>Vacant Land</a:t>
                      </a:r>
                    </a:p>
                  </a:txBody>
                  <a:tcPr/>
                </a:tc>
                <a:tc>
                  <a:txBody>
                    <a:bodyPr/>
                    <a:lstStyle/>
                    <a:p>
                      <a:r>
                        <a:rPr lang="en-US" dirty="0"/>
                        <a:t>13</a:t>
                      </a:r>
                    </a:p>
                  </a:txBody>
                  <a:tcPr/>
                </a:tc>
                <a:extLst>
                  <a:ext uri="{0D108BD9-81ED-4DB2-BD59-A6C34878D82A}">
                    <a16:rowId xmlns:a16="http://schemas.microsoft.com/office/drawing/2014/main" val="3532827249"/>
                  </a:ext>
                </a:extLst>
              </a:tr>
              <a:tr h="370840">
                <a:tc>
                  <a:txBody>
                    <a:bodyPr/>
                    <a:lstStyle/>
                    <a:p>
                      <a:r>
                        <a:rPr lang="en-US" dirty="0"/>
                        <a:t>Other</a:t>
                      </a:r>
                    </a:p>
                  </a:txBody>
                  <a:tcPr/>
                </a:tc>
                <a:tc>
                  <a:txBody>
                    <a:bodyPr/>
                    <a:lstStyle/>
                    <a:p>
                      <a:r>
                        <a:rPr lang="en-US" dirty="0"/>
                        <a:t>5</a:t>
                      </a:r>
                    </a:p>
                  </a:txBody>
                  <a:tcPr/>
                </a:tc>
                <a:extLst>
                  <a:ext uri="{0D108BD9-81ED-4DB2-BD59-A6C34878D82A}">
                    <a16:rowId xmlns:a16="http://schemas.microsoft.com/office/drawing/2014/main" val="4141006997"/>
                  </a:ext>
                </a:extLst>
              </a:tr>
            </a:tbl>
          </a:graphicData>
        </a:graphic>
      </p:graphicFrame>
      <p:sp>
        <p:nvSpPr>
          <p:cNvPr id="18" name="TextBox 17">
            <a:extLst>
              <a:ext uri="{FF2B5EF4-FFF2-40B4-BE49-F238E27FC236}">
                <a16:creationId xmlns:a16="http://schemas.microsoft.com/office/drawing/2014/main" id="{B9CCD782-2A1F-E471-C5EE-339AA81E4E3D}"/>
              </a:ext>
            </a:extLst>
          </p:cNvPr>
          <p:cNvSpPr txBox="1"/>
          <p:nvPr/>
        </p:nvSpPr>
        <p:spPr>
          <a:xfrm>
            <a:off x="4474777" y="4969291"/>
            <a:ext cx="3323372" cy="923330"/>
          </a:xfrm>
          <a:prstGeom prst="rect">
            <a:avLst/>
          </a:prstGeom>
          <a:noFill/>
        </p:spPr>
        <p:txBody>
          <a:bodyPr wrap="square" rtlCol="0">
            <a:spAutoFit/>
          </a:bodyPr>
          <a:lstStyle/>
          <a:p>
            <a:pPr marL="285750" indent="-285750">
              <a:buFont typeface="Arial" panose="020B0604020202020204" pitchFamily="34" charset="0"/>
              <a:buChar char="•"/>
            </a:pPr>
            <a:r>
              <a:rPr lang="en-US" dirty="0"/>
              <a:t>All vacant land values were removed to focus on housing</a:t>
            </a:r>
          </a:p>
        </p:txBody>
      </p:sp>
      <p:sp>
        <p:nvSpPr>
          <p:cNvPr id="19" name="TextBox 18">
            <a:extLst>
              <a:ext uri="{FF2B5EF4-FFF2-40B4-BE49-F238E27FC236}">
                <a16:creationId xmlns:a16="http://schemas.microsoft.com/office/drawing/2014/main" id="{6F350798-C63B-FF7D-A2BB-9ACB31E1312D}"/>
              </a:ext>
            </a:extLst>
          </p:cNvPr>
          <p:cNvSpPr txBox="1"/>
          <p:nvPr/>
        </p:nvSpPr>
        <p:spPr>
          <a:xfrm>
            <a:off x="8594666" y="2825144"/>
            <a:ext cx="3323372"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There were two rows filled only with </a:t>
            </a:r>
            <a:r>
              <a:rPr lang="en-US" dirty="0" err="1"/>
              <a:t>NaNs</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rows were removed</a:t>
            </a:r>
          </a:p>
        </p:txBody>
      </p:sp>
    </p:spTree>
    <p:extLst>
      <p:ext uri="{BB962C8B-B14F-4D97-AF65-F5344CB8AC3E}">
        <p14:creationId xmlns:p14="http://schemas.microsoft.com/office/powerpoint/2010/main" val="2964402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1FCFF-B98C-74FC-F9B9-D116B7CE69E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D695D51-16D8-EC09-3911-A1295B583543}"/>
              </a:ext>
            </a:extLst>
          </p:cNvPr>
          <p:cNvSpPr>
            <a:spLocks noGrp="1"/>
          </p:cNvSpPr>
          <p:nvPr>
            <p:ph type="sldNum" sz="quarter" idx="19"/>
          </p:nvPr>
        </p:nvSpPr>
        <p:spPr/>
        <p:txBody>
          <a:bodyPr/>
          <a:lstStyle/>
          <a:p>
            <a:fld id="{AEAA3239-9EA4-4A65-A281-97F994456D9F}" type="slidenum">
              <a:rPr lang="en-US" smtClean="0"/>
              <a:pPr/>
              <a:t>8</a:t>
            </a:fld>
            <a:endParaRPr lang="en-US" sz="900" dirty="0"/>
          </a:p>
        </p:txBody>
      </p:sp>
      <p:sp>
        <p:nvSpPr>
          <p:cNvPr id="8" name="TextBox 7">
            <a:extLst>
              <a:ext uri="{FF2B5EF4-FFF2-40B4-BE49-F238E27FC236}">
                <a16:creationId xmlns:a16="http://schemas.microsoft.com/office/drawing/2014/main" id="{21734965-4F09-D4BC-859B-0626B627906B}"/>
              </a:ext>
            </a:extLst>
          </p:cNvPr>
          <p:cNvSpPr txBox="1"/>
          <p:nvPr/>
        </p:nvSpPr>
        <p:spPr>
          <a:xfrm>
            <a:off x="252412" y="267668"/>
            <a:ext cx="10039317" cy="502890"/>
          </a:xfrm>
          <a:prstGeom prst="rect">
            <a:avLst/>
          </a:prstGeom>
          <a:noFill/>
        </p:spPr>
        <p:txBody>
          <a:bodyPr wrap="square" rtlCol="0">
            <a:normAutofit fontScale="85000" lnSpcReduction="20000"/>
          </a:bodyPr>
          <a:lstStyle/>
          <a:p>
            <a:pPr marL="0" algn="l">
              <a:buNone/>
            </a:pPr>
            <a:r>
              <a:rPr lang="en-US" sz="3600" b="1" dirty="0">
                <a:solidFill>
                  <a:srgbClr val="105237"/>
                </a:solidFill>
                <a:effectLst/>
                <a:latin typeface="Avenir Next LT Pro" panose="020B0504020202020204" pitchFamily="34" charset="0"/>
              </a:rPr>
              <a:t>Data Cleanup: Dataset Summary</a:t>
            </a:r>
            <a:endParaRPr lang="en-US" b="1" dirty="0"/>
          </a:p>
        </p:txBody>
      </p:sp>
      <p:pic>
        <p:nvPicPr>
          <p:cNvPr id="2" name="Picture 1">
            <a:extLst>
              <a:ext uri="{FF2B5EF4-FFF2-40B4-BE49-F238E27FC236}">
                <a16:creationId xmlns:a16="http://schemas.microsoft.com/office/drawing/2014/main" id="{BF5F398B-8B60-0E12-E294-837ECDE3E4DC}"/>
              </a:ext>
            </a:extLst>
          </p:cNvPr>
          <p:cNvPicPr>
            <a:picLocks noChangeAspect="1"/>
          </p:cNvPicPr>
          <p:nvPr/>
        </p:nvPicPr>
        <p:blipFill>
          <a:blip r:embed="rId2"/>
          <a:stretch>
            <a:fillRect/>
          </a:stretch>
        </p:blipFill>
        <p:spPr>
          <a:xfrm>
            <a:off x="5388591" y="757995"/>
            <a:ext cx="6255485" cy="6050478"/>
          </a:xfrm>
          <a:prstGeom prst="rect">
            <a:avLst/>
          </a:prstGeom>
        </p:spPr>
      </p:pic>
      <p:sp>
        <p:nvSpPr>
          <p:cNvPr id="3" name="TextBox 2">
            <a:extLst>
              <a:ext uri="{FF2B5EF4-FFF2-40B4-BE49-F238E27FC236}">
                <a16:creationId xmlns:a16="http://schemas.microsoft.com/office/drawing/2014/main" id="{151C279A-11F0-86B7-9805-93B8F641355C}"/>
              </a:ext>
            </a:extLst>
          </p:cNvPr>
          <p:cNvSpPr txBox="1"/>
          <p:nvPr/>
        </p:nvSpPr>
        <p:spPr>
          <a:xfrm>
            <a:off x="334230" y="2226091"/>
            <a:ext cx="4666593"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After removing features and rows:</a:t>
            </a:r>
          </a:p>
          <a:p>
            <a:pPr marL="742950" lvl="1" indent="-285750">
              <a:buFont typeface="Arial" panose="020B0604020202020204" pitchFamily="34" charset="0"/>
              <a:buChar char="•"/>
            </a:pPr>
            <a:r>
              <a:rPr lang="en-US" dirty="0"/>
              <a:t>14 features remain</a:t>
            </a:r>
          </a:p>
          <a:p>
            <a:pPr marL="742950" lvl="1" indent="-285750">
              <a:buFont typeface="Arial" panose="020B0604020202020204" pitchFamily="34" charset="0"/>
              <a:buChar char="•"/>
            </a:pPr>
            <a:r>
              <a:rPr lang="en-US" dirty="0"/>
              <a:t>687 rows remain</a:t>
            </a:r>
          </a:p>
          <a:p>
            <a:pPr marL="1200150" lvl="2" indent="-285750">
              <a:buFont typeface="Arial" panose="020B0604020202020204" pitchFamily="34" charset="0"/>
              <a:buChar char="•"/>
            </a:pPr>
            <a:r>
              <a:rPr lang="en-US" dirty="0"/>
              <a:t>More data was removed through EDA as it became clear other data was not useful or redundant</a:t>
            </a:r>
          </a:p>
          <a:p>
            <a:pPr marL="1200150" lvl="2"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69830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46DB-1496-0140-91B3-EC4D7FA3CCD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155EEB6-9E14-51A1-B870-2ACA9E03F9F1}"/>
              </a:ext>
            </a:extLst>
          </p:cNvPr>
          <p:cNvSpPr>
            <a:spLocks noGrp="1"/>
          </p:cNvSpPr>
          <p:nvPr>
            <p:ph type="sldNum" sz="quarter" idx="19"/>
          </p:nvPr>
        </p:nvSpPr>
        <p:spPr/>
        <p:txBody>
          <a:bodyPr/>
          <a:lstStyle/>
          <a:p>
            <a:fld id="{AEAA3239-9EA4-4A65-A281-97F994456D9F}" type="slidenum">
              <a:rPr lang="en-US" smtClean="0"/>
              <a:pPr/>
              <a:t>9</a:t>
            </a:fld>
            <a:endParaRPr lang="en-US" sz="900" dirty="0"/>
          </a:p>
        </p:txBody>
      </p:sp>
      <p:sp>
        <p:nvSpPr>
          <p:cNvPr id="8" name="TextBox 7">
            <a:extLst>
              <a:ext uri="{FF2B5EF4-FFF2-40B4-BE49-F238E27FC236}">
                <a16:creationId xmlns:a16="http://schemas.microsoft.com/office/drawing/2014/main" id="{A6BAEC30-B654-01B9-6F1E-7036FDBA1D08}"/>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9104BD6C-C1E3-02AF-E45A-12859234687E}"/>
              </a:ext>
            </a:extLst>
          </p:cNvPr>
          <p:cNvGraphicFramePr/>
          <p:nvPr/>
        </p:nvGraphicFramePr>
        <p:xfrm>
          <a:off x="1046922" y="1869783"/>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a:extLst>
              <a:ext uri="{FF2B5EF4-FFF2-40B4-BE49-F238E27FC236}">
                <a16:creationId xmlns:a16="http://schemas.microsoft.com/office/drawing/2014/main" id="{3C6D4145-6D39-F11A-0519-DD8D29A8706E}"/>
              </a:ext>
            </a:extLst>
          </p:cNvPr>
          <p:cNvSpPr/>
          <p:nvPr/>
        </p:nvSpPr>
        <p:spPr>
          <a:xfrm>
            <a:off x="936885" y="2923082"/>
            <a:ext cx="10388184" cy="1131757"/>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640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5354F8-EEEF-D56B-F87B-26260830352B}"/>
              </a:ext>
            </a:extLst>
          </p:cNvPr>
          <p:cNvSpPr>
            <a:spLocks noGrp="1"/>
          </p:cNvSpPr>
          <p:nvPr>
            <p:ph type="sldNum" sz="quarter" idx="19"/>
          </p:nvPr>
        </p:nvSpPr>
        <p:spPr/>
        <p:txBody>
          <a:bodyPr/>
          <a:lstStyle/>
          <a:p>
            <a:fld id="{AEAA3239-9EA4-4A65-A281-97F994456D9F}" type="slidenum">
              <a:rPr lang="en-US" smtClean="0"/>
              <a:pPr/>
              <a:t>10</a:t>
            </a:fld>
            <a:endParaRPr lang="en-US" sz="900" dirty="0"/>
          </a:p>
        </p:txBody>
      </p:sp>
      <p:sp>
        <p:nvSpPr>
          <p:cNvPr id="12" name="TextBox 11">
            <a:extLst>
              <a:ext uri="{FF2B5EF4-FFF2-40B4-BE49-F238E27FC236}">
                <a16:creationId xmlns:a16="http://schemas.microsoft.com/office/drawing/2014/main" id="{BC37DA36-73D1-4F1F-897B-4261CB5B38A2}"/>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2AD77585-1FA0-56BC-3662-1DEC10271CBC}"/>
              </a:ext>
            </a:extLst>
          </p:cNvPr>
          <p:cNvPicPr>
            <a:picLocks noChangeAspect="1"/>
          </p:cNvPicPr>
          <p:nvPr/>
        </p:nvPicPr>
        <p:blipFill>
          <a:blip r:embed="rId3"/>
          <a:stretch>
            <a:fillRect/>
          </a:stretch>
        </p:blipFill>
        <p:spPr>
          <a:xfrm>
            <a:off x="5605405" y="832567"/>
            <a:ext cx="6239746" cy="5677692"/>
          </a:xfrm>
          <a:prstGeom prst="rect">
            <a:avLst/>
          </a:prstGeom>
        </p:spPr>
      </p:pic>
      <p:sp>
        <p:nvSpPr>
          <p:cNvPr id="16" name="TextBox 15">
            <a:extLst>
              <a:ext uri="{FF2B5EF4-FFF2-40B4-BE49-F238E27FC236}">
                <a16:creationId xmlns:a16="http://schemas.microsoft.com/office/drawing/2014/main" id="{A3D9C0C1-F515-81D5-836F-3A2208ED4D79}"/>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52009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F326-D91E-7C88-BB00-953BA102C37D}"/>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1E0B782-1724-C5F1-1E4D-A7CB007C515A}"/>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Slide Number Placeholder 6">
            <a:extLst>
              <a:ext uri="{FF2B5EF4-FFF2-40B4-BE49-F238E27FC236}">
                <a16:creationId xmlns:a16="http://schemas.microsoft.com/office/drawing/2014/main" id="{194943EF-CA13-C51D-6DF0-2B2DB93A8982}"/>
              </a:ext>
            </a:extLst>
          </p:cNvPr>
          <p:cNvSpPr>
            <a:spLocks noGrp="1"/>
          </p:cNvSpPr>
          <p:nvPr>
            <p:ph type="sldNum" sz="quarter" idx="19"/>
          </p:nvPr>
        </p:nvSpPr>
        <p:spPr/>
        <p:txBody>
          <a:bodyPr/>
          <a:lstStyle/>
          <a:p>
            <a:fld id="{AEAA3239-9EA4-4A65-A281-97F994456D9F}" type="slidenum">
              <a:rPr lang="en-US" smtClean="0"/>
              <a:pPr/>
              <a:t>11</a:t>
            </a:fld>
            <a:endParaRPr lang="en-US" sz="900" dirty="0"/>
          </a:p>
        </p:txBody>
      </p:sp>
      <p:sp>
        <p:nvSpPr>
          <p:cNvPr id="12" name="TextBox 11">
            <a:extLst>
              <a:ext uri="{FF2B5EF4-FFF2-40B4-BE49-F238E27FC236}">
                <a16:creationId xmlns:a16="http://schemas.microsoft.com/office/drawing/2014/main" id="{FCA12622-E457-9392-39B3-9BB8AF08329A}"/>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964F62AA-3A23-73A8-8ACF-4CD5ABFBAC39}"/>
              </a:ext>
            </a:extLst>
          </p:cNvPr>
          <p:cNvPicPr>
            <a:picLocks noChangeAspect="1"/>
          </p:cNvPicPr>
          <p:nvPr/>
        </p:nvPicPr>
        <p:blipFill>
          <a:blip r:embed="rId4"/>
          <a:stretch>
            <a:fillRect/>
          </a:stretch>
        </p:blipFill>
        <p:spPr>
          <a:xfrm>
            <a:off x="5605405" y="832567"/>
            <a:ext cx="6239746" cy="5677692"/>
          </a:xfrm>
          <a:prstGeom prst="rect">
            <a:avLst/>
          </a:prstGeom>
        </p:spPr>
      </p:pic>
      <p:sp>
        <p:nvSpPr>
          <p:cNvPr id="2" name="Rectangle 1">
            <a:extLst>
              <a:ext uri="{FF2B5EF4-FFF2-40B4-BE49-F238E27FC236}">
                <a16:creationId xmlns:a16="http://schemas.microsoft.com/office/drawing/2014/main" id="{AE378E7C-E284-BD12-838D-6A234E16BF61}"/>
              </a:ext>
            </a:extLst>
          </p:cNvPr>
          <p:cNvSpPr/>
          <p:nvPr/>
        </p:nvSpPr>
        <p:spPr>
          <a:xfrm>
            <a:off x="5552661" y="1106557"/>
            <a:ext cx="1437862" cy="4918876"/>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79560A-F77E-4BA9-412A-F517B187C781}"/>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3575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03E5-3780-EB88-9143-4517F5BA6DFA}"/>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D016024-FF33-468E-0A69-3C72C679B771}"/>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Slide Number Placeholder 6">
            <a:extLst>
              <a:ext uri="{FF2B5EF4-FFF2-40B4-BE49-F238E27FC236}">
                <a16:creationId xmlns:a16="http://schemas.microsoft.com/office/drawing/2014/main" id="{66FAE3EF-53C2-E939-9767-FDCF686D62BD}"/>
              </a:ext>
            </a:extLst>
          </p:cNvPr>
          <p:cNvSpPr>
            <a:spLocks noGrp="1"/>
          </p:cNvSpPr>
          <p:nvPr>
            <p:ph type="sldNum" sz="quarter" idx="19"/>
          </p:nvPr>
        </p:nvSpPr>
        <p:spPr/>
        <p:txBody>
          <a:bodyPr/>
          <a:lstStyle/>
          <a:p>
            <a:fld id="{AEAA3239-9EA4-4A65-A281-97F994456D9F}" type="slidenum">
              <a:rPr lang="en-US" smtClean="0"/>
              <a:pPr/>
              <a:t>12</a:t>
            </a:fld>
            <a:endParaRPr lang="en-US" sz="900" dirty="0"/>
          </a:p>
        </p:txBody>
      </p:sp>
      <p:sp>
        <p:nvSpPr>
          <p:cNvPr id="12" name="TextBox 11">
            <a:extLst>
              <a:ext uri="{FF2B5EF4-FFF2-40B4-BE49-F238E27FC236}">
                <a16:creationId xmlns:a16="http://schemas.microsoft.com/office/drawing/2014/main" id="{C84619A5-6C52-C24A-13D9-DDA2F5618FB4}"/>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ACD2E8F7-6F2E-9CEA-B1A6-A5E9AA419428}"/>
              </a:ext>
            </a:extLst>
          </p:cNvPr>
          <p:cNvPicPr>
            <a:picLocks noChangeAspect="1"/>
          </p:cNvPicPr>
          <p:nvPr/>
        </p:nvPicPr>
        <p:blipFill>
          <a:blip r:embed="rId4"/>
          <a:stretch>
            <a:fillRect/>
          </a:stretch>
        </p:blipFill>
        <p:spPr>
          <a:xfrm>
            <a:off x="5605405" y="832567"/>
            <a:ext cx="6239746" cy="5677692"/>
          </a:xfrm>
          <a:prstGeom prst="rect">
            <a:avLst/>
          </a:prstGeom>
        </p:spPr>
      </p:pic>
      <p:sp>
        <p:nvSpPr>
          <p:cNvPr id="2" name="Rectangle 1">
            <a:extLst>
              <a:ext uri="{FF2B5EF4-FFF2-40B4-BE49-F238E27FC236}">
                <a16:creationId xmlns:a16="http://schemas.microsoft.com/office/drawing/2014/main" id="{4A97A2BA-C213-3FB4-10F5-522EC8952C46}"/>
              </a:ext>
            </a:extLst>
          </p:cNvPr>
          <p:cNvSpPr/>
          <p:nvPr/>
        </p:nvSpPr>
        <p:spPr>
          <a:xfrm>
            <a:off x="5552661" y="1450427"/>
            <a:ext cx="1437862" cy="1280161"/>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DEB5D18-608E-74D0-DA7D-1011AA6E09AF}"/>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06265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E24DF-E5BC-6741-DD3B-A7C94CBED913}"/>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49557F1-04ED-3F67-8564-BCF1EB62BD14}"/>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Slide Number Placeholder 6">
            <a:extLst>
              <a:ext uri="{FF2B5EF4-FFF2-40B4-BE49-F238E27FC236}">
                <a16:creationId xmlns:a16="http://schemas.microsoft.com/office/drawing/2014/main" id="{25C0C278-9EF8-2337-4D35-AA3BDEC5272D}"/>
              </a:ext>
            </a:extLst>
          </p:cNvPr>
          <p:cNvSpPr>
            <a:spLocks noGrp="1"/>
          </p:cNvSpPr>
          <p:nvPr>
            <p:ph type="sldNum" sz="quarter" idx="19"/>
          </p:nvPr>
        </p:nvSpPr>
        <p:spPr/>
        <p:txBody>
          <a:bodyPr/>
          <a:lstStyle/>
          <a:p>
            <a:fld id="{AEAA3239-9EA4-4A65-A281-97F994456D9F}" type="slidenum">
              <a:rPr lang="en-US" smtClean="0"/>
              <a:pPr/>
              <a:t>13</a:t>
            </a:fld>
            <a:endParaRPr lang="en-US" sz="900" dirty="0"/>
          </a:p>
        </p:txBody>
      </p:sp>
      <p:sp>
        <p:nvSpPr>
          <p:cNvPr id="12" name="TextBox 11">
            <a:extLst>
              <a:ext uri="{FF2B5EF4-FFF2-40B4-BE49-F238E27FC236}">
                <a16:creationId xmlns:a16="http://schemas.microsoft.com/office/drawing/2014/main" id="{31853916-D7D2-E4C2-CE52-205973DF4346}"/>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E8DF16C5-2E96-399E-825F-FCE400E9A5EF}"/>
              </a:ext>
            </a:extLst>
          </p:cNvPr>
          <p:cNvPicPr>
            <a:picLocks noChangeAspect="1"/>
          </p:cNvPicPr>
          <p:nvPr/>
        </p:nvPicPr>
        <p:blipFill>
          <a:blip r:embed="rId4"/>
          <a:stretch>
            <a:fillRect/>
          </a:stretch>
        </p:blipFill>
        <p:spPr>
          <a:xfrm>
            <a:off x="5605405" y="832567"/>
            <a:ext cx="6239746" cy="5677692"/>
          </a:xfrm>
          <a:prstGeom prst="rect">
            <a:avLst/>
          </a:prstGeom>
        </p:spPr>
      </p:pic>
      <p:sp>
        <p:nvSpPr>
          <p:cNvPr id="2" name="Rectangle 1">
            <a:extLst>
              <a:ext uri="{FF2B5EF4-FFF2-40B4-BE49-F238E27FC236}">
                <a16:creationId xmlns:a16="http://schemas.microsoft.com/office/drawing/2014/main" id="{DEADE219-83FB-7117-F27C-1193CB3F8F6F}"/>
              </a:ext>
            </a:extLst>
          </p:cNvPr>
          <p:cNvSpPr/>
          <p:nvPr/>
        </p:nvSpPr>
        <p:spPr>
          <a:xfrm>
            <a:off x="5527436" y="3884623"/>
            <a:ext cx="1437862" cy="426870"/>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E76AE3-41B2-10A5-8A5C-0AB49226F313}"/>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967157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E3191F-1D0A-7A87-CC7E-DF3B3253B6E7}"/>
              </a:ext>
            </a:extLst>
          </p:cNvPr>
          <p:cNvSpPr>
            <a:spLocks noGrp="1"/>
          </p:cNvSpPr>
          <p:nvPr>
            <p:ph type="sldNum" sz="quarter" idx="19"/>
          </p:nvPr>
        </p:nvSpPr>
        <p:spPr/>
        <p:txBody>
          <a:bodyPr/>
          <a:lstStyle/>
          <a:p>
            <a:fld id="{AEAA3239-9EA4-4A65-A281-97F994456D9F}" type="slidenum">
              <a:rPr lang="en-US" smtClean="0"/>
              <a:pPr/>
              <a:t>14</a:t>
            </a:fld>
            <a:endParaRPr lang="en-US" sz="900" dirty="0"/>
          </a:p>
        </p:txBody>
      </p:sp>
      <p:pic>
        <p:nvPicPr>
          <p:cNvPr id="8" name="Picture 7">
            <a:extLst>
              <a:ext uri="{FF2B5EF4-FFF2-40B4-BE49-F238E27FC236}">
                <a16:creationId xmlns:a16="http://schemas.microsoft.com/office/drawing/2014/main" id="{EBAEF1BD-1A51-34E6-A3E7-D59838194AB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A09F2EEE-391D-3016-54CA-4962FDDA4C43}"/>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446702F5-FC80-C105-9F14-D17628531065}"/>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13" name="Content Placeholder 2">
            <a:extLst>
              <a:ext uri="{FF2B5EF4-FFF2-40B4-BE49-F238E27FC236}">
                <a16:creationId xmlns:a16="http://schemas.microsoft.com/office/drawing/2014/main" id="{0E50BE6C-8B37-3F5C-8B8B-1C6276977DF3}"/>
              </a:ext>
            </a:extLst>
          </p:cNvPr>
          <p:cNvSpPr txBox="1">
            <a:spLocks/>
          </p:cNvSpPr>
          <p:nvPr/>
        </p:nvSpPr>
        <p:spPr>
          <a:xfrm>
            <a:off x="685800" y="1855304"/>
            <a:ext cx="3602107" cy="39822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Square feet has a weak correlation with price</a:t>
            </a:r>
          </a:p>
          <a:p>
            <a:pPr lvl="1"/>
            <a:r>
              <a:rPr lang="en-US"/>
              <a:t>This is expected as intuitively larger housing units cost more to build and are in higher demand</a:t>
            </a:r>
          </a:p>
          <a:p>
            <a:pPr lvl="1"/>
            <a:endParaRPr lang="en-US"/>
          </a:p>
          <a:p>
            <a:r>
              <a:rPr lang="en-US"/>
              <a:t>A similar conclusion can be made for Price per square foot</a:t>
            </a:r>
          </a:p>
          <a:p>
            <a:pPr lvl="1"/>
            <a:r>
              <a:rPr lang="en-US"/>
              <a:t>Feature removed for modeling purposes</a:t>
            </a:r>
          </a:p>
          <a:p>
            <a:pPr lvl="1"/>
            <a:endParaRPr lang="en-US"/>
          </a:p>
          <a:p>
            <a:endParaRPr lang="en-US" dirty="0"/>
          </a:p>
        </p:txBody>
      </p:sp>
      <p:sp>
        <p:nvSpPr>
          <p:cNvPr id="2" name="TextBox 1">
            <a:extLst>
              <a:ext uri="{FF2B5EF4-FFF2-40B4-BE49-F238E27FC236}">
                <a16:creationId xmlns:a16="http://schemas.microsoft.com/office/drawing/2014/main" id="{997363BE-EC27-9496-B29B-B4B7E3C39641}"/>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2849668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53BA1-C25D-7AC3-C673-675089510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9DADF-E5E9-F44E-133F-225766D9CA41}"/>
              </a:ext>
            </a:extLst>
          </p:cNvPr>
          <p:cNvSpPr>
            <a:spLocks noGrp="1"/>
          </p:cNvSpPr>
          <p:nvPr>
            <p:ph sz="quarter" idx="15"/>
          </p:nvPr>
        </p:nvSpPr>
        <p:spPr>
          <a:xfrm>
            <a:off x="685800" y="1855304"/>
            <a:ext cx="3602107" cy="3982279"/>
          </a:xfrm>
        </p:spPr>
        <p:txBody>
          <a:bodyPr/>
          <a:lstStyle/>
          <a:p>
            <a:r>
              <a:rPr lang="en-US" dirty="0"/>
              <a:t>Square feet has a weak correlation with price</a:t>
            </a:r>
          </a:p>
          <a:p>
            <a:pPr lvl="1"/>
            <a:r>
              <a:rPr lang="en-US" dirty="0"/>
              <a:t>This is expected as intuitively larger housing units cost more to build and are in higher demand</a:t>
            </a:r>
          </a:p>
          <a:p>
            <a:pPr lvl="1"/>
            <a:endParaRPr lang="en-US" dirty="0"/>
          </a:p>
          <a:p>
            <a:r>
              <a:rPr lang="en-US" dirty="0"/>
              <a:t>A similar conclusion can be made for Price per square foot</a:t>
            </a:r>
          </a:p>
          <a:p>
            <a:pPr lvl="1"/>
            <a:r>
              <a:rPr lang="en-US" dirty="0"/>
              <a:t>Feature removed for modeling purposes</a:t>
            </a:r>
          </a:p>
          <a:p>
            <a:pPr lvl="1"/>
            <a:endParaRPr lang="en-US" dirty="0"/>
          </a:p>
          <a:p>
            <a:endParaRPr lang="en-US" dirty="0"/>
          </a:p>
        </p:txBody>
      </p:sp>
      <p:sp>
        <p:nvSpPr>
          <p:cNvPr id="7" name="Slide Number Placeholder 6">
            <a:extLst>
              <a:ext uri="{FF2B5EF4-FFF2-40B4-BE49-F238E27FC236}">
                <a16:creationId xmlns:a16="http://schemas.microsoft.com/office/drawing/2014/main" id="{C14B252B-2621-5E8B-F185-AB4C6DED6FF3}"/>
              </a:ext>
            </a:extLst>
          </p:cNvPr>
          <p:cNvSpPr>
            <a:spLocks noGrp="1"/>
          </p:cNvSpPr>
          <p:nvPr>
            <p:ph type="sldNum" sz="quarter" idx="19"/>
          </p:nvPr>
        </p:nvSpPr>
        <p:spPr/>
        <p:txBody>
          <a:bodyPr/>
          <a:lstStyle/>
          <a:p>
            <a:fld id="{AEAA3239-9EA4-4A65-A281-97F994456D9F}" type="slidenum">
              <a:rPr lang="en-US" smtClean="0"/>
              <a:pPr/>
              <a:t>15</a:t>
            </a:fld>
            <a:endParaRPr lang="en-US" sz="900" dirty="0"/>
          </a:p>
        </p:txBody>
      </p:sp>
      <p:pic>
        <p:nvPicPr>
          <p:cNvPr id="8" name="Picture 7">
            <a:extLst>
              <a:ext uri="{FF2B5EF4-FFF2-40B4-BE49-F238E27FC236}">
                <a16:creationId xmlns:a16="http://schemas.microsoft.com/office/drawing/2014/main" id="{E3C0EA35-889A-8B7B-C8EB-020E0371701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DA49A9F0-AA92-2F08-6256-54F12B5D90B7}"/>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5E507057-4EA1-25EA-B40E-F2AFA425E2C3}"/>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2" name="Right Brace 1">
            <a:extLst>
              <a:ext uri="{FF2B5EF4-FFF2-40B4-BE49-F238E27FC236}">
                <a16:creationId xmlns:a16="http://schemas.microsoft.com/office/drawing/2014/main" id="{A33E35DC-8902-EBD3-C115-ABDDB04532A2}"/>
              </a:ext>
            </a:extLst>
          </p:cNvPr>
          <p:cNvSpPr/>
          <p:nvPr/>
        </p:nvSpPr>
        <p:spPr>
          <a:xfrm rot="5400000">
            <a:off x="9974778" y="4227187"/>
            <a:ext cx="652670" cy="3051251"/>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A33126D-6D55-13C6-A7E0-38FFF2240BF7}"/>
              </a:ext>
            </a:extLst>
          </p:cNvPr>
          <p:cNvSpPr txBox="1"/>
          <p:nvPr/>
        </p:nvSpPr>
        <p:spPr>
          <a:xfrm>
            <a:off x="9055408" y="6211670"/>
            <a:ext cx="2491409" cy="646331"/>
          </a:xfrm>
          <a:prstGeom prst="rect">
            <a:avLst/>
          </a:prstGeom>
          <a:noFill/>
        </p:spPr>
        <p:txBody>
          <a:bodyPr wrap="square" rtlCol="0">
            <a:spAutoFit/>
          </a:bodyPr>
          <a:lstStyle/>
          <a:p>
            <a:r>
              <a:rPr lang="en-US" dirty="0"/>
              <a:t>Feature Removed to Prevent Data Leakage</a:t>
            </a:r>
          </a:p>
        </p:txBody>
      </p:sp>
      <p:sp>
        <p:nvSpPr>
          <p:cNvPr id="10" name="TextBox 9">
            <a:extLst>
              <a:ext uri="{FF2B5EF4-FFF2-40B4-BE49-F238E27FC236}">
                <a16:creationId xmlns:a16="http://schemas.microsoft.com/office/drawing/2014/main" id="{BAE4A745-7E87-8566-F9EF-0FA009CDC204}"/>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96335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71F2-F392-913B-81DC-B3193FFEF65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E54178-7BA9-950A-FFB8-6F82E92EA016}"/>
              </a:ext>
            </a:extLst>
          </p:cNvPr>
          <p:cNvSpPr>
            <a:spLocks noGrp="1"/>
          </p:cNvSpPr>
          <p:nvPr>
            <p:ph type="sldNum" sz="quarter" idx="19"/>
          </p:nvPr>
        </p:nvSpPr>
        <p:spPr/>
        <p:txBody>
          <a:bodyPr/>
          <a:lstStyle/>
          <a:p>
            <a:fld id="{AEAA3239-9EA4-4A65-A281-97F994456D9F}" type="slidenum">
              <a:rPr lang="en-US" smtClean="0"/>
              <a:pPr/>
              <a:t>16</a:t>
            </a:fld>
            <a:endParaRPr lang="en-US" sz="900" dirty="0"/>
          </a:p>
        </p:txBody>
      </p:sp>
      <p:pic>
        <p:nvPicPr>
          <p:cNvPr id="8" name="Picture 7">
            <a:extLst>
              <a:ext uri="{FF2B5EF4-FFF2-40B4-BE49-F238E27FC236}">
                <a16:creationId xmlns:a16="http://schemas.microsoft.com/office/drawing/2014/main" id="{EA447CCB-B9C3-9936-9D65-194FA8A8146C}"/>
              </a:ext>
            </a:extLst>
          </p:cNvPr>
          <p:cNvPicPr>
            <a:picLocks noChangeAspect="1"/>
          </p:cNvPicPr>
          <p:nvPr/>
        </p:nvPicPr>
        <p:blipFill>
          <a:blip r:embed="rId3"/>
          <a:stretch>
            <a:fillRect/>
          </a:stretch>
        </p:blipFill>
        <p:spPr>
          <a:xfrm>
            <a:off x="7195930" y="149232"/>
            <a:ext cx="4137991" cy="3270347"/>
          </a:xfrm>
          <a:prstGeom prst="rect">
            <a:avLst/>
          </a:prstGeom>
        </p:spPr>
      </p:pic>
      <p:pic>
        <p:nvPicPr>
          <p:cNvPr id="19" name="Picture 18">
            <a:extLst>
              <a:ext uri="{FF2B5EF4-FFF2-40B4-BE49-F238E27FC236}">
                <a16:creationId xmlns:a16="http://schemas.microsoft.com/office/drawing/2014/main" id="{D0B25B46-FF22-FF81-B5F8-A191431A7796}"/>
              </a:ext>
            </a:extLst>
          </p:cNvPr>
          <p:cNvPicPr>
            <a:picLocks noChangeAspect="1"/>
          </p:cNvPicPr>
          <p:nvPr/>
        </p:nvPicPr>
        <p:blipFill>
          <a:blip r:embed="rId4"/>
          <a:stretch>
            <a:fillRect/>
          </a:stretch>
        </p:blipFill>
        <p:spPr>
          <a:xfrm>
            <a:off x="7150624" y="3428999"/>
            <a:ext cx="4183297" cy="3336235"/>
          </a:xfrm>
          <a:prstGeom prst="rect">
            <a:avLst/>
          </a:prstGeom>
        </p:spPr>
      </p:pic>
      <p:sp>
        <p:nvSpPr>
          <p:cNvPr id="2" name="TextBox 1">
            <a:extLst>
              <a:ext uri="{FF2B5EF4-FFF2-40B4-BE49-F238E27FC236}">
                <a16:creationId xmlns:a16="http://schemas.microsoft.com/office/drawing/2014/main" id="{41D36F77-9800-0505-394C-759B1326D4BD}"/>
              </a:ext>
            </a:extLst>
          </p:cNvPr>
          <p:cNvSpPr txBox="1"/>
          <p:nvPr/>
        </p:nvSpPr>
        <p:spPr>
          <a:xfrm>
            <a:off x="252412" y="267668"/>
            <a:ext cx="6545953"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Feature Correlation with Housing Prices: Beds/Baths</a:t>
            </a:r>
            <a:endParaRPr lang="en-US" b="1" dirty="0"/>
          </a:p>
        </p:txBody>
      </p:sp>
      <p:sp>
        <p:nvSpPr>
          <p:cNvPr id="3" name="Content Placeholder 2">
            <a:extLst>
              <a:ext uri="{FF2B5EF4-FFF2-40B4-BE49-F238E27FC236}">
                <a16:creationId xmlns:a16="http://schemas.microsoft.com/office/drawing/2014/main" id="{355B8879-9B2A-A6F0-7ECC-B3E0E656B686}"/>
              </a:ext>
            </a:extLst>
          </p:cNvPr>
          <p:cNvSpPr>
            <a:spLocks noGrp="1"/>
          </p:cNvSpPr>
          <p:nvPr>
            <p:ph sz="quarter" idx="15"/>
          </p:nvPr>
        </p:nvSpPr>
        <p:spPr>
          <a:xfrm>
            <a:off x="685800" y="1855304"/>
            <a:ext cx="5880652" cy="3982279"/>
          </a:xfrm>
        </p:spPr>
        <p:txBody>
          <a:bodyPr>
            <a:normAutofit lnSpcReduction="10000"/>
          </a:bodyPr>
          <a:lstStyle/>
          <a:p>
            <a:r>
              <a:rPr lang="en-US" sz="1600" dirty="0"/>
              <a:t>Generally, As the number of beds and baths increase, the price increases</a:t>
            </a:r>
          </a:p>
          <a:p>
            <a:pPr lvl="1"/>
            <a:r>
              <a:rPr lang="en-US" sz="1600" dirty="0"/>
              <a:t>Price does not seem to increase after 5 beds (very large housing unit</a:t>
            </a:r>
          </a:p>
          <a:p>
            <a:pPr lvl="1"/>
            <a:endParaRPr lang="en-US" sz="1600" dirty="0"/>
          </a:p>
          <a:p>
            <a:r>
              <a:rPr lang="en-US" sz="1600" dirty="0"/>
              <a:t>Through a Pairwise Tukey significance test the price was found to be significantly different for groups of &lt;3 beds, 3-5 beds, and &gt;5 beds (p &lt; 0.05)</a:t>
            </a:r>
          </a:p>
          <a:p>
            <a:endParaRPr lang="en-US" sz="1600" dirty="0"/>
          </a:p>
          <a:p>
            <a:r>
              <a:rPr lang="en-US" sz="1600" dirty="0"/>
              <a:t>Also using the pairwise Tukey significance test, groups of &lt;3 baths, 3-4 baths, and &gt;4 baths were all found to be significant (p &lt; 0.05)</a:t>
            </a:r>
          </a:p>
          <a:p>
            <a:pPr lvl="1"/>
            <a:endParaRPr lang="en-US" sz="1600" dirty="0"/>
          </a:p>
          <a:p>
            <a:endParaRPr lang="en-US" sz="1600" dirty="0"/>
          </a:p>
          <a:p>
            <a:endParaRPr lang="en-US" sz="1600" dirty="0"/>
          </a:p>
        </p:txBody>
      </p:sp>
    </p:spTree>
    <p:extLst>
      <p:ext uri="{BB962C8B-B14F-4D97-AF65-F5344CB8AC3E}">
        <p14:creationId xmlns:p14="http://schemas.microsoft.com/office/powerpoint/2010/main" val="3935575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A57C1-637D-85D7-985E-A9555B64614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1C0C9C1-5304-97B5-D41B-8609C85AEFA8}"/>
              </a:ext>
            </a:extLst>
          </p:cNvPr>
          <p:cNvSpPr>
            <a:spLocks noGrp="1"/>
          </p:cNvSpPr>
          <p:nvPr>
            <p:ph type="sldNum" sz="quarter" idx="19"/>
          </p:nvPr>
        </p:nvSpPr>
        <p:spPr/>
        <p:txBody>
          <a:bodyPr/>
          <a:lstStyle/>
          <a:p>
            <a:fld id="{AEAA3239-9EA4-4A65-A281-97F994456D9F}" type="slidenum">
              <a:rPr lang="en-US" smtClean="0"/>
              <a:pPr/>
              <a:t>17</a:t>
            </a:fld>
            <a:endParaRPr lang="en-US" sz="900" dirty="0"/>
          </a:p>
        </p:txBody>
      </p:sp>
      <p:sp>
        <p:nvSpPr>
          <p:cNvPr id="2" name="TextBox 1">
            <a:extLst>
              <a:ext uri="{FF2B5EF4-FFF2-40B4-BE49-F238E27FC236}">
                <a16:creationId xmlns:a16="http://schemas.microsoft.com/office/drawing/2014/main" id="{44026C79-4EA3-5A4E-1524-6BDB33E6C86D}"/>
              </a:ext>
            </a:extLst>
          </p:cNvPr>
          <p:cNvSpPr txBox="1"/>
          <p:nvPr/>
        </p:nvSpPr>
        <p:spPr>
          <a:xfrm>
            <a:off x="252412" y="267668"/>
            <a:ext cx="10001480"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Choosing City, Zip, or Address?</a:t>
            </a:r>
            <a:endParaRPr lang="en-US" b="1" dirty="0"/>
          </a:p>
        </p:txBody>
      </p:sp>
      <p:sp>
        <p:nvSpPr>
          <p:cNvPr id="3" name="Content Placeholder 2">
            <a:extLst>
              <a:ext uri="{FF2B5EF4-FFF2-40B4-BE49-F238E27FC236}">
                <a16:creationId xmlns:a16="http://schemas.microsoft.com/office/drawing/2014/main" id="{B4E354A1-2E88-108D-810E-570F5A1969BB}"/>
              </a:ext>
            </a:extLst>
          </p:cNvPr>
          <p:cNvSpPr>
            <a:spLocks noGrp="1"/>
          </p:cNvSpPr>
          <p:nvPr>
            <p:ph sz="quarter" idx="15"/>
          </p:nvPr>
        </p:nvSpPr>
        <p:spPr>
          <a:xfrm>
            <a:off x="685800" y="2233534"/>
            <a:ext cx="5144984" cy="3604049"/>
          </a:xfrm>
        </p:spPr>
        <p:txBody>
          <a:bodyPr>
            <a:normAutofit/>
          </a:bodyPr>
          <a:lstStyle/>
          <a:p>
            <a:r>
              <a:rPr lang="en-US" sz="1600" dirty="0"/>
              <a:t>There are a total of 687 houses remaining.</a:t>
            </a:r>
          </a:p>
          <a:p>
            <a:pPr lvl="1"/>
            <a:endParaRPr lang="en-US" sz="1600" dirty="0"/>
          </a:p>
          <a:p>
            <a:r>
              <a:rPr lang="en-US" sz="1600" dirty="0"/>
              <a:t>If ZIP or Location were used, then most rows would consist of a 0 and the number of features would become very large.</a:t>
            </a:r>
          </a:p>
          <a:p>
            <a:pPr lvl="1"/>
            <a:r>
              <a:rPr lang="en-US" sz="1600" dirty="0"/>
              <a:t>Potentially adding noise to the dataset</a:t>
            </a:r>
          </a:p>
          <a:p>
            <a:pPr lvl="1"/>
            <a:endParaRPr lang="en-US" sz="1600" dirty="0"/>
          </a:p>
          <a:p>
            <a:r>
              <a:rPr lang="en-US" sz="1600" dirty="0"/>
              <a:t>City was chosen to use for modeling to limit data dilution</a:t>
            </a:r>
          </a:p>
          <a:p>
            <a:pPr lvl="1"/>
            <a:endParaRPr lang="en-US" sz="1600" dirty="0"/>
          </a:p>
          <a:p>
            <a:endParaRPr lang="en-US" sz="1600" dirty="0"/>
          </a:p>
          <a:p>
            <a:endParaRPr lang="en-US" sz="1600" dirty="0"/>
          </a:p>
        </p:txBody>
      </p:sp>
      <p:graphicFrame>
        <p:nvGraphicFramePr>
          <p:cNvPr id="4" name="Table 3">
            <a:extLst>
              <a:ext uri="{FF2B5EF4-FFF2-40B4-BE49-F238E27FC236}">
                <a16:creationId xmlns:a16="http://schemas.microsoft.com/office/drawing/2014/main" id="{3D0ECFC6-D32F-BC6C-6237-2425ABD74B6F}"/>
              </a:ext>
            </a:extLst>
          </p:cNvPr>
          <p:cNvGraphicFramePr>
            <a:graphicFrameLocks noGrp="1"/>
          </p:cNvGraphicFramePr>
          <p:nvPr>
            <p:extLst>
              <p:ext uri="{D42A27DB-BD31-4B8C-83A1-F6EECF244321}">
                <p14:modId xmlns:p14="http://schemas.microsoft.com/office/powerpoint/2010/main" val="1400394949"/>
              </p:ext>
            </p:extLst>
          </p:nvPr>
        </p:nvGraphicFramePr>
        <p:xfrm>
          <a:off x="6258786" y="2687320"/>
          <a:ext cx="5659251" cy="2026920"/>
        </p:xfrm>
        <a:graphic>
          <a:graphicData uri="http://schemas.openxmlformats.org/drawingml/2006/table">
            <a:tbl>
              <a:tblPr firstRow="1" bandRow="1">
                <a:tableStyleId>{5C22544A-7EE6-4342-B048-85BDC9FD1C3A}</a:tableStyleId>
              </a:tblPr>
              <a:tblGrid>
                <a:gridCol w="1886417">
                  <a:extLst>
                    <a:ext uri="{9D8B030D-6E8A-4147-A177-3AD203B41FA5}">
                      <a16:colId xmlns:a16="http://schemas.microsoft.com/office/drawing/2014/main" val="3148495485"/>
                    </a:ext>
                  </a:extLst>
                </a:gridCol>
                <a:gridCol w="1886417">
                  <a:extLst>
                    <a:ext uri="{9D8B030D-6E8A-4147-A177-3AD203B41FA5}">
                      <a16:colId xmlns:a16="http://schemas.microsoft.com/office/drawing/2014/main" val="2563947958"/>
                    </a:ext>
                  </a:extLst>
                </a:gridCol>
                <a:gridCol w="1886417">
                  <a:extLst>
                    <a:ext uri="{9D8B030D-6E8A-4147-A177-3AD203B41FA5}">
                      <a16:colId xmlns:a16="http://schemas.microsoft.com/office/drawing/2014/main" val="2780239344"/>
                    </a:ext>
                  </a:extLst>
                </a:gridCol>
              </a:tblGrid>
              <a:tr h="370840">
                <a:tc>
                  <a:txBody>
                    <a:bodyPr/>
                    <a:lstStyle/>
                    <a:p>
                      <a:pPr algn="ctr"/>
                      <a:r>
                        <a:rPr lang="en-US" dirty="0"/>
                        <a:t>Location Value</a:t>
                      </a:r>
                    </a:p>
                  </a:txBody>
                  <a:tcPr/>
                </a:tc>
                <a:tc>
                  <a:txBody>
                    <a:bodyPr/>
                    <a:lstStyle/>
                    <a:p>
                      <a:pPr algn="ctr"/>
                      <a:r>
                        <a:rPr lang="en-US" dirty="0"/>
                        <a:t>Total Unique Values</a:t>
                      </a:r>
                    </a:p>
                  </a:txBody>
                  <a:tcPr/>
                </a:tc>
                <a:tc>
                  <a:txBody>
                    <a:bodyPr/>
                    <a:lstStyle/>
                    <a:p>
                      <a:pPr algn="ctr"/>
                      <a:r>
                        <a:rPr lang="en-US" dirty="0"/>
                        <a:t>Average Samples per Category</a:t>
                      </a:r>
                    </a:p>
                  </a:txBody>
                  <a:tcPr/>
                </a:tc>
                <a:extLst>
                  <a:ext uri="{0D108BD9-81ED-4DB2-BD59-A6C34878D82A}">
                    <a16:rowId xmlns:a16="http://schemas.microsoft.com/office/drawing/2014/main" val="1603571029"/>
                  </a:ext>
                </a:extLst>
              </a:tr>
              <a:tr h="370840">
                <a:tc>
                  <a:txBody>
                    <a:bodyPr/>
                    <a:lstStyle/>
                    <a:p>
                      <a:pPr algn="ctr"/>
                      <a:r>
                        <a:rPr lang="en-US" dirty="0"/>
                        <a:t>City</a:t>
                      </a:r>
                    </a:p>
                  </a:txBody>
                  <a:tcPr/>
                </a:tc>
                <a:tc>
                  <a:txBody>
                    <a:bodyPr/>
                    <a:lstStyle/>
                    <a:p>
                      <a:pPr algn="ctr"/>
                      <a:r>
                        <a:rPr lang="en-US" dirty="0"/>
                        <a:t>20</a:t>
                      </a:r>
                    </a:p>
                  </a:txBody>
                  <a:tcPr/>
                </a:tc>
                <a:tc>
                  <a:txBody>
                    <a:bodyPr/>
                    <a:lstStyle/>
                    <a:p>
                      <a:pPr algn="ctr"/>
                      <a:r>
                        <a:rPr lang="en-US" dirty="0"/>
                        <a:t>34.3</a:t>
                      </a:r>
                    </a:p>
                  </a:txBody>
                  <a:tcPr/>
                </a:tc>
                <a:extLst>
                  <a:ext uri="{0D108BD9-81ED-4DB2-BD59-A6C34878D82A}">
                    <a16:rowId xmlns:a16="http://schemas.microsoft.com/office/drawing/2014/main" val="112544334"/>
                  </a:ext>
                </a:extLst>
              </a:tr>
              <a:tr h="370840">
                <a:tc>
                  <a:txBody>
                    <a:bodyPr/>
                    <a:lstStyle/>
                    <a:p>
                      <a:pPr algn="ctr"/>
                      <a:r>
                        <a:rPr lang="en-US" dirty="0"/>
                        <a:t>ZIP</a:t>
                      </a:r>
                    </a:p>
                  </a:txBody>
                  <a:tcPr/>
                </a:tc>
                <a:tc>
                  <a:txBody>
                    <a:bodyPr/>
                    <a:lstStyle/>
                    <a:p>
                      <a:pPr algn="ctr"/>
                      <a:r>
                        <a:rPr lang="en-US" dirty="0"/>
                        <a:t>54</a:t>
                      </a:r>
                    </a:p>
                  </a:txBody>
                  <a:tcPr/>
                </a:tc>
                <a:tc>
                  <a:txBody>
                    <a:bodyPr/>
                    <a:lstStyle/>
                    <a:p>
                      <a:pPr algn="ctr"/>
                      <a:r>
                        <a:rPr lang="en-US" dirty="0"/>
                        <a:t>12.7</a:t>
                      </a:r>
                    </a:p>
                  </a:txBody>
                  <a:tcPr/>
                </a:tc>
                <a:extLst>
                  <a:ext uri="{0D108BD9-81ED-4DB2-BD59-A6C34878D82A}">
                    <a16:rowId xmlns:a16="http://schemas.microsoft.com/office/drawing/2014/main" val="3454426736"/>
                  </a:ext>
                </a:extLst>
              </a:tr>
              <a:tr h="370840">
                <a:tc>
                  <a:txBody>
                    <a:bodyPr/>
                    <a:lstStyle/>
                    <a:p>
                      <a:pPr algn="ctr"/>
                      <a:r>
                        <a:rPr lang="en-US" dirty="0"/>
                        <a:t>Location</a:t>
                      </a:r>
                    </a:p>
                  </a:txBody>
                  <a:tcPr/>
                </a:tc>
                <a:tc>
                  <a:txBody>
                    <a:bodyPr/>
                    <a:lstStyle/>
                    <a:p>
                      <a:pPr algn="ctr"/>
                      <a:r>
                        <a:rPr lang="en-US" dirty="0"/>
                        <a:t>101</a:t>
                      </a:r>
                    </a:p>
                  </a:txBody>
                  <a:tcPr/>
                </a:tc>
                <a:tc>
                  <a:txBody>
                    <a:bodyPr/>
                    <a:lstStyle/>
                    <a:p>
                      <a:pPr algn="ctr"/>
                      <a:r>
                        <a:rPr lang="en-US" dirty="0"/>
                        <a:t>6.8</a:t>
                      </a:r>
                    </a:p>
                  </a:txBody>
                  <a:tcPr/>
                </a:tc>
                <a:extLst>
                  <a:ext uri="{0D108BD9-81ED-4DB2-BD59-A6C34878D82A}">
                    <a16:rowId xmlns:a16="http://schemas.microsoft.com/office/drawing/2014/main" val="1201159617"/>
                  </a:ext>
                </a:extLst>
              </a:tr>
            </a:tbl>
          </a:graphicData>
        </a:graphic>
      </p:graphicFrame>
    </p:spTree>
    <p:extLst>
      <p:ext uri="{BB962C8B-B14F-4D97-AF65-F5344CB8AC3E}">
        <p14:creationId xmlns:p14="http://schemas.microsoft.com/office/powerpoint/2010/main" val="2315917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86322-840B-0F82-1AF6-63BE4A7A411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98FECD1-4AAF-E087-8A75-50294E4E38EE}"/>
              </a:ext>
            </a:extLst>
          </p:cNvPr>
          <p:cNvSpPr>
            <a:spLocks noGrp="1"/>
          </p:cNvSpPr>
          <p:nvPr>
            <p:ph type="sldNum" sz="quarter" idx="19"/>
          </p:nvPr>
        </p:nvSpPr>
        <p:spPr/>
        <p:txBody>
          <a:bodyPr/>
          <a:lstStyle/>
          <a:p>
            <a:fld id="{AEAA3239-9EA4-4A65-A281-97F994456D9F}" type="slidenum">
              <a:rPr lang="en-US" smtClean="0"/>
              <a:pPr/>
              <a:t>18</a:t>
            </a:fld>
            <a:endParaRPr lang="en-US" sz="900" dirty="0"/>
          </a:p>
        </p:txBody>
      </p:sp>
      <p:sp>
        <p:nvSpPr>
          <p:cNvPr id="2" name="TextBox 1">
            <a:extLst>
              <a:ext uri="{FF2B5EF4-FFF2-40B4-BE49-F238E27FC236}">
                <a16:creationId xmlns:a16="http://schemas.microsoft.com/office/drawing/2014/main" id="{7CECBE51-9D4B-DE1C-34F9-B4458C9A12BE}"/>
              </a:ext>
            </a:extLst>
          </p:cNvPr>
          <p:cNvSpPr txBox="1"/>
          <p:nvPr/>
        </p:nvSpPr>
        <p:spPr>
          <a:xfrm>
            <a:off x="252412" y="267668"/>
            <a:ext cx="6545953"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Preparing Data for Modeling</a:t>
            </a:r>
            <a:endParaRPr lang="en-US" b="1" dirty="0"/>
          </a:p>
        </p:txBody>
      </p:sp>
      <p:sp>
        <p:nvSpPr>
          <p:cNvPr id="3" name="Content Placeholder 2">
            <a:extLst>
              <a:ext uri="{FF2B5EF4-FFF2-40B4-BE49-F238E27FC236}">
                <a16:creationId xmlns:a16="http://schemas.microsoft.com/office/drawing/2014/main" id="{A2D9BD39-3807-22B0-D883-512A82C3BCAB}"/>
              </a:ext>
            </a:extLst>
          </p:cNvPr>
          <p:cNvSpPr>
            <a:spLocks noGrp="1"/>
          </p:cNvSpPr>
          <p:nvPr>
            <p:ph sz="quarter" idx="15"/>
          </p:nvPr>
        </p:nvSpPr>
        <p:spPr>
          <a:xfrm>
            <a:off x="685800" y="1330610"/>
            <a:ext cx="4687088" cy="4506973"/>
          </a:xfrm>
        </p:spPr>
        <p:txBody>
          <a:bodyPr>
            <a:normAutofit/>
          </a:bodyPr>
          <a:lstStyle/>
          <a:p>
            <a:r>
              <a:rPr lang="en-US" dirty="0"/>
              <a:t>First, Data is split into test and training sets</a:t>
            </a:r>
          </a:p>
          <a:p>
            <a:pPr lvl="1"/>
            <a:r>
              <a:rPr lang="en-US" dirty="0"/>
              <a:t>80% training, 20% testing</a:t>
            </a:r>
          </a:p>
          <a:p>
            <a:r>
              <a:rPr lang="en-US" dirty="0"/>
              <a:t>Second, all the categorical data needed to be one hot encoded</a:t>
            </a:r>
          </a:p>
          <a:p>
            <a:pPr lvl="1"/>
            <a:r>
              <a:rPr lang="en-US" dirty="0"/>
              <a:t>City, Property Type</a:t>
            </a:r>
          </a:p>
          <a:p>
            <a:pPr lvl="2"/>
            <a:r>
              <a:rPr lang="en-US" dirty="0"/>
              <a:t>25 extra features</a:t>
            </a:r>
          </a:p>
          <a:p>
            <a:r>
              <a:rPr lang="en-US" dirty="0"/>
              <a:t>Third, all the numerical data needed to be scaled</a:t>
            </a:r>
          </a:p>
          <a:p>
            <a:pPr lvl="1"/>
            <a:r>
              <a:rPr lang="en-US" dirty="0"/>
              <a:t>Standard Scaler</a:t>
            </a:r>
          </a:p>
          <a:p>
            <a:pPr lvl="1"/>
            <a:r>
              <a:rPr lang="en-US" dirty="0"/>
              <a:t>Testing set was scaled using parameters from the training set</a:t>
            </a:r>
          </a:p>
          <a:p>
            <a:r>
              <a:rPr lang="en-US" dirty="0"/>
              <a:t>Fourth combine numerical data and categorical data together keeping the training and testing datasets separate</a:t>
            </a:r>
          </a:p>
          <a:p>
            <a:pPr lvl="2"/>
            <a:endParaRPr lang="en-US" dirty="0"/>
          </a:p>
          <a:p>
            <a:endParaRPr lang="en-US" dirty="0"/>
          </a:p>
          <a:p>
            <a:pPr lvl="1"/>
            <a:endParaRPr lang="en-US" dirty="0"/>
          </a:p>
          <a:p>
            <a:endParaRPr lang="en-US" dirty="0"/>
          </a:p>
          <a:p>
            <a:endParaRPr lang="en-US" dirty="0"/>
          </a:p>
        </p:txBody>
      </p:sp>
      <p:graphicFrame>
        <p:nvGraphicFramePr>
          <p:cNvPr id="4" name="Diagram 3">
            <a:extLst>
              <a:ext uri="{FF2B5EF4-FFF2-40B4-BE49-F238E27FC236}">
                <a16:creationId xmlns:a16="http://schemas.microsoft.com/office/drawing/2014/main" id="{47C8A2CC-8AFA-EF57-5242-34C7684807E5}"/>
              </a:ext>
            </a:extLst>
          </p:cNvPr>
          <p:cNvGraphicFramePr/>
          <p:nvPr>
            <p:extLst>
              <p:ext uri="{D42A27DB-BD31-4B8C-83A1-F6EECF244321}">
                <p14:modId xmlns:p14="http://schemas.microsoft.com/office/powerpoint/2010/main" val="337915741"/>
              </p:ext>
            </p:extLst>
          </p:nvPr>
        </p:nvGraphicFramePr>
        <p:xfrm>
          <a:off x="4422053"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4498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26D78-63CE-5CC6-DA39-6834BF901BB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0B724A2-B8A1-73E1-4439-F7CFE716B41F}"/>
              </a:ext>
            </a:extLst>
          </p:cNvPr>
          <p:cNvSpPr>
            <a:spLocks noGrp="1"/>
          </p:cNvSpPr>
          <p:nvPr>
            <p:ph type="sldNum" sz="quarter" idx="19"/>
          </p:nvPr>
        </p:nvSpPr>
        <p:spPr/>
        <p:txBody>
          <a:bodyPr/>
          <a:lstStyle/>
          <a:p>
            <a:fld id="{AEAA3239-9EA4-4A65-A281-97F994456D9F}" type="slidenum">
              <a:rPr lang="en-US" smtClean="0"/>
              <a:pPr/>
              <a:t>19</a:t>
            </a:fld>
            <a:endParaRPr lang="en-US" sz="900" dirty="0"/>
          </a:p>
        </p:txBody>
      </p:sp>
      <p:sp>
        <p:nvSpPr>
          <p:cNvPr id="2" name="TextBox 1">
            <a:extLst>
              <a:ext uri="{FF2B5EF4-FFF2-40B4-BE49-F238E27FC236}">
                <a16:creationId xmlns:a16="http://schemas.microsoft.com/office/drawing/2014/main" id="{D0E3B5FE-728D-0532-2F41-05429E555A7B}"/>
              </a:ext>
            </a:extLst>
          </p:cNvPr>
          <p:cNvSpPr txBox="1"/>
          <p:nvPr/>
        </p:nvSpPr>
        <p:spPr>
          <a:xfrm>
            <a:off x="252412" y="267668"/>
            <a:ext cx="6545953"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Train/Test Split of the Housing Data</a:t>
            </a:r>
            <a:endParaRPr lang="en-US" b="1" dirty="0"/>
          </a:p>
        </p:txBody>
      </p:sp>
      <p:sp>
        <p:nvSpPr>
          <p:cNvPr id="6" name="Content Placeholder 5">
            <a:extLst>
              <a:ext uri="{FF2B5EF4-FFF2-40B4-BE49-F238E27FC236}">
                <a16:creationId xmlns:a16="http://schemas.microsoft.com/office/drawing/2014/main" id="{6A0F6627-C43C-D240-044D-24DA56BDCD5E}"/>
              </a:ext>
            </a:extLst>
          </p:cNvPr>
          <p:cNvSpPr>
            <a:spLocks noGrp="1"/>
          </p:cNvSpPr>
          <p:nvPr>
            <p:ph sz="quarter" idx="15"/>
          </p:nvPr>
        </p:nvSpPr>
        <p:spPr>
          <a:xfrm>
            <a:off x="685800" y="2233534"/>
            <a:ext cx="3766382" cy="3984385"/>
          </a:xfrm>
        </p:spPr>
        <p:txBody>
          <a:bodyPr>
            <a:normAutofit/>
          </a:bodyPr>
          <a:lstStyle/>
          <a:p>
            <a:r>
              <a:rPr lang="en-US" sz="1600" dirty="0"/>
              <a:t>The data was split as an 80 test/20 train split.</a:t>
            </a:r>
          </a:p>
          <a:p>
            <a:pPr lvl="1"/>
            <a:r>
              <a:rPr lang="en-US" sz="1600" dirty="0"/>
              <a:t>Data was stratified</a:t>
            </a:r>
          </a:p>
          <a:p>
            <a:endParaRPr lang="en-US" sz="1600" dirty="0"/>
          </a:p>
          <a:p>
            <a:r>
              <a:rPr lang="en-US" sz="1600" dirty="0"/>
              <a:t>The price range between the train and test split were very similar</a:t>
            </a:r>
          </a:p>
          <a:p>
            <a:pPr lvl="1"/>
            <a:r>
              <a:rPr lang="en-US" sz="1600" dirty="0"/>
              <a:t>Gives confidence that the training data and the testing data are representative of one another</a:t>
            </a:r>
          </a:p>
        </p:txBody>
      </p:sp>
      <p:pic>
        <p:nvPicPr>
          <p:cNvPr id="8" name="Picture 7">
            <a:extLst>
              <a:ext uri="{FF2B5EF4-FFF2-40B4-BE49-F238E27FC236}">
                <a16:creationId xmlns:a16="http://schemas.microsoft.com/office/drawing/2014/main" id="{26F21E9E-7640-C686-9A0F-E81C165608DE}"/>
              </a:ext>
            </a:extLst>
          </p:cNvPr>
          <p:cNvPicPr>
            <a:picLocks noChangeAspect="1"/>
          </p:cNvPicPr>
          <p:nvPr/>
        </p:nvPicPr>
        <p:blipFill>
          <a:blip r:embed="rId3"/>
          <a:stretch>
            <a:fillRect/>
          </a:stretch>
        </p:blipFill>
        <p:spPr>
          <a:xfrm>
            <a:off x="4956679" y="1537252"/>
            <a:ext cx="6890952" cy="4350275"/>
          </a:xfrm>
          <a:prstGeom prst="rect">
            <a:avLst/>
          </a:prstGeom>
        </p:spPr>
      </p:pic>
    </p:spTree>
    <p:extLst>
      <p:ext uri="{BB962C8B-B14F-4D97-AF65-F5344CB8AC3E}">
        <p14:creationId xmlns:p14="http://schemas.microsoft.com/office/powerpoint/2010/main" val="4024366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A3CD-624A-DE0C-08D9-C2529342450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889301-680B-AA1B-37F8-BCDA42C35F5D}"/>
              </a:ext>
            </a:extLst>
          </p:cNvPr>
          <p:cNvSpPr>
            <a:spLocks noGrp="1"/>
          </p:cNvSpPr>
          <p:nvPr>
            <p:ph type="sldNum" sz="quarter" idx="19"/>
          </p:nvPr>
        </p:nvSpPr>
        <p:spPr/>
        <p:txBody>
          <a:bodyPr/>
          <a:lstStyle/>
          <a:p>
            <a:fld id="{AEAA3239-9EA4-4A65-A281-97F994456D9F}" type="slidenum">
              <a:rPr lang="en-US" smtClean="0"/>
              <a:pPr/>
              <a:t>20</a:t>
            </a:fld>
            <a:endParaRPr lang="en-US" sz="900" dirty="0"/>
          </a:p>
        </p:txBody>
      </p:sp>
      <p:sp>
        <p:nvSpPr>
          <p:cNvPr id="8" name="TextBox 7">
            <a:extLst>
              <a:ext uri="{FF2B5EF4-FFF2-40B4-BE49-F238E27FC236}">
                <a16:creationId xmlns:a16="http://schemas.microsoft.com/office/drawing/2014/main" id="{142A6962-CCFC-7016-0992-D4434BB5F859}"/>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467D9EFF-A52E-4A78-DF89-41FE9BED9535}"/>
              </a:ext>
            </a:extLst>
          </p:cNvPr>
          <p:cNvGraphicFramePr/>
          <p:nvPr/>
        </p:nvGraphicFramePr>
        <p:xfrm>
          <a:off x="1046922" y="1869783"/>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D282B763-C914-8816-1CC4-560B0364EED7}"/>
              </a:ext>
            </a:extLst>
          </p:cNvPr>
          <p:cNvSpPr/>
          <p:nvPr/>
        </p:nvSpPr>
        <p:spPr>
          <a:xfrm>
            <a:off x="936885" y="4069824"/>
            <a:ext cx="10388184" cy="1131757"/>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7155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1AE654-A0DA-FAF5-C4E0-37E07FFE11E6}"/>
              </a:ext>
            </a:extLst>
          </p:cNvPr>
          <p:cNvSpPr>
            <a:spLocks noGrp="1"/>
          </p:cNvSpPr>
          <p:nvPr>
            <p:ph sz="quarter" idx="15"/>
          </p:nvPr>
        </p:nvSpPr>
        <p:spPr>
          <a:xfrm>
            <a:off x="685800" y="1122505"/>
            <a:ext cx="6257334" cy="5095415"/>
          </a:xfrm>
        </p:spPr>
        <p:txBody>
          <a:bodyPr/>
          <a:lstStyle/>
          <a:p>
            <a:r>
              <a:rPr lang="en-US" dirty="0"/>
              <a:t>3 versions of the linear regression model were used</a:t>
            </a:r>
          </a:p>
          <a:p>
            <a:pPr lvl="1"/>
            <a:r>
              <a:rPr lang="en-US" dirty="0"/>
              <a:t>Ordinary Least Squared (OLS), Ridge, Lasso</a:t>
            </a:r>
          </a:p>
          <a:p>
            <a:pPr lvl="2"/>
            <a:r>
              <a:rPr lang="en-US" dirty="0"/>
              <a:t> Lasso kept 12 out of 32 features</a:t>
            </a:r>
          </a:p>
          <a:p>
            <a:pPr lvl="2"/>
            <a:endParaRPr lang="en-US" dirty="0"/>
          </a:p>
          <a:p>
            <a:r>
              <a:rPr lang="en-US" dirty="0"/>
              <a:t>Models were fit using a 5 fold cross validation strategy</a:t>
            </a:r>
          </a:p>
          <a:p>
            <a:r>
              <a:rPr lang="en-US" dirty="0"/>
              <a:t>Alpha values were optimized for lasso and ridge regression</a:t>
            </a:r>
          </a:p>
          <a:p>
            <a:r>
              <a:rPr lang="en-US" dirty="0"/>
              <a:t>Scoring was based of the mean absolute error</a:t>
            </a:r>
          </a:p>
          <a:p>
            <a:pPr marL="457200" lvl="2" indent="0">
              <a:buNone/>
            </a:pPr>
            <a:endParaRPr lang="en-US" dirty="0"/>
          </a:p>
          <a:p>
            <a:r>
              <a:rPr lang="en-US" dirty="0"/>
              <a:t>Considering the probable collinearity of some of the features (bed, bath, sq feet), these are not likely to be the best models</a:t>
            </a:r>
          </a:p>
          <a:p>
            <a:pPr lvl="1"/>
            <a:r>
              <a:rPr lang="en-US" dirty="0"/>
              <a:t>Still good to use as control models</a:t>
            </a:r>
          </a:p>
          <a:p>
            <a:pPr lvl="2"/>
            <a:endParaRPr lang="en-US" dirty="0"/>
          </a:p>
          <a:p>
            <a:pPr lvl="1"/>
            <a:endParaRPr lang="en-US" dirty="0"/>
          </a:p>
        </p:txBody>
      </p:sp>
      <p:sp>
        <p:nvSpPr>
          <p:cNvPr id="7" name="Slide Number Placeholder 6">
            <a:extLst>
              <a:ext uri="{FF2B5EF4-FFF2-40B4-BE49-F238E27FC236}">
                <a16:creationId xmlns:a16="http://schemas.microsoft.com/office/drawing/2014/main" id="{30727B6D-F121-2EA8-52B7-1BD7C35550E3}"/>
              </a:ext>
            </a:extLst>
          </p:cNvPr>
          <p:cNvSpPr>
            <a:spLocks noGrp="1"/>
          </p:cNvSpPr>
          <p:nvPr>
            <p:ph type="sldNum" sz="quarter" idx="19"/>
          </p:nvPr>
        </p:nvSpPr>
        <p:spPr/>
        <p:txBody>
          <a:bodyPr/>
          <a:lstStyle/>
          <a:p>
            <a:fld id="{AEAA3239-9EA4-4A65-A281-97F994456D9F}" type="slidenum">
              <a:rPr lang="en-US" smtClean="0"/>
              <a:pPr/>
              <a:t>21</a:t>
            </a:fld>
            <a:endParaRPr lang="en-US" sz="900" dirty="0"/>
          </a:p>
        </p:txBody>
      </p:sp>
      <p:sp>
        <p:nvSpPr>
          <p:cNvPr id="8" name="TextBox 7">
            <a:extLst>
              <a:ext uri="{FF2B5EF4-FFF2-40B4-BE49-F238E27FC236}">
                <a16:creationId xmlns:a16="http://schemas.microsoft.com/office/drawing/2014/main" id="{BF51B4C8-3F60-D311-6D04-4A1DAE9A1CAB}"/>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Linear Modeling Summary</a:t>
            </a:r>
            <a:endParaRPr lang="en-US" b="1" dirty="0"/>
          </a:p>
        </p:txBody>
      </p:sp>
      <p:pic>
        <p:nvPicPr>
          <p:cNvPr id="10" name="Picture 9">
            <a:extLst>
              <a:ext uri="{FF2B5EF4-FFF2-40B4-BE49-F238E27FC236}">
                <a16:creationId xmlns:a16="http://schemas.microsoft.com/office/drawing/2014/main" id="{6689E785-2982-BE52-A06C-E56F294E4CB5}"/>
              </a:ext>
            </a:extLst>
          </p:cNvPr>
          <p:cNvPicPr>
            <a:picLocks noChangeAspect="1"/>
          </p:cNvPicPr>
          <p:nvPr/>
        </p:nvPicPr>
        <p:blipFill>
          <a:blip r:embed="rId2"/>
          <a:stretch>
            <a:fillRect/>
          </a:stretch>
        </p:blipFill>
        <p:spPr>
          <a:xfrm>
            <a:off x="7467392" y="462018"/>
            <a:ext cx="4038808" cy="3187864"/>
          </a:xfrm>
          <a:prstGeom prst="rect">
            <a:avLst/>
          </a:prstGeom>
        </p:spPr>
      </p:pic>
      <p:sp>
        <p:nvSpPr>
          <p:cNvPr id="11" name="TextBox 10">
            <a:extLst>
              <a:ext uri="{FF2B5EF4-FFF2-40B4-BE49-F238E27FC236}">
                <a16:creationId xmlns:a16="http://schemas.microsoft.com/office/drawing/2014/main" id="{BB648CFE-9C8C-55AD-F0A1-304787275A75}"/>
              </a:ext>
            </a:extLst>
          </p:cNvPr>
          <p:cNvSpPr txBox="1"/>
          <p:nvPr/>
        </p:nvSpPr>
        <p:spPr>
          <a:xfrm>
            <a:off x="8678072" y="337898"/>
            <a:ext cx="1952779" cy="261610"/>
          </a:xfrm>
          <a:prstGeom prst="rect">
            <a:avLst/>
          </a:prstGeom>
          <a:solidFill>
            <a:schemeClr val="bg1"/>
          </a:solidFill>
        </p:spPr>
        <p:txBody>
          <a:bodyPr wrap="none" rtlCol="0">
            <a:spAutoFit/>
          </a:bodyPr>
          <a:lstStyle/>
          <a:p>
            <a:r>
              <a:rPr lang="en-US" sz="1100" dirty="0"/>
              <a:t>Linear Model Performance  </a:t>
            </a:r>
          </a:p>
        </p:txBody>
      </p:sp>
      <p:graphicFrame>
        <p:nvGraphicFramePr>
          <p:cNvPr id="14" name="Table 13">
            <a:extLst>
              <a:ext uri="{FF2B5EF4-FFF2-40B4-BE49-F238E27FC236}">
                <a16:creationId xmlns:a16="http://schemas.microsoft.com/office/drawing/2014/main" id="{438B9D27-A189-FEB5-1DF7-83C8664120E8}"/>
              </a:ext>
            </a:extLst>
          </p:cNvPr>
          <p:cNvGraphicFramePr>
            <a:graphicFrameLocks noGrp="1"/>
          </p:cNvGraphicFramePr>
          <p:nvPr>
            <p:extLst>
              <p:ext uri="{D42A27DB-BD31-4B8C-83A1-F6EECF244321}">
                <p14:modId xmlns:p14="http://schemas.microsoft.com/office/powerpoint/2010/main" val="928858590"/>
              </p:ext>
            </p:extLst>
          </p:nvPr>
        </p:nvGraphicFramePr>
        <p:xfrm>
          <a:off x="7528035" y="4140200"/>
          <a:ext cx="2699803" cy="244348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699600563"/>
                    </a:ext>
                  </a:extLst>
                </a:gridCol>
                <a:gridCol w="590763">
                  <a:extLst>
                    <a:ext uri="{9D8B030D-6E8A-4147-A177-3AD203B41FA5}">
                      <a16:colId xmlns:a16="http://schemas.microsoft.com/office/drawing/2014/main" val="803727571"/>
                    </a:ext>
                  </a:extLst>
                </a:gridCol>
                <a:gridCol w="1077594">
                  <a:extLst>
                    <a:ext uri="{9D8B030D-6E8A-4147-A177-3AD203B41FA5}">
                      <a16:colId xmlns:a16="http://schemas.microsoft.com/office/drawing/2014/main" val="2842491680"/>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extLst>
                  <a:ext uri="{0D108BD9-81ED-4DB2-BD59-A6C34878D82A}">
                    <a16:rowId xmlns:a16="http://schemas.microsoft.com/office/drawing/2014/main" val="2893051446"/>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extLst>
                  <a:ext uri="{0D108BD9-81ED-4DB2-BD59-A6C34878D82A}">
                    <a16:rowId xmlns:a16="http://schemas.microsoft.com/office/drawing/2014/main" val="583735604"/>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extLst>
                  <a:ext uri="{0D108BD9-81ED-4DB2-BD59-A6C34878D82A}">
                    <a16:rowId xmlns:a16="http://schemas.microsoft.com/office/drawing/2014/main" val="4064402038"/>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extLst>
                  <a:ext uri="{0D108BD9-81ED-4DB2-BD59-A6C34878D82A}">
                    <a16:rowId xmlns:a16="http://schemas.microsoft.com/office/drawing/2014/main" val="522293243"/>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extLst>
                  <a:ext uri="{0D108BD9-81ED-4DB2-BD59-A6C34878D82A}">
                    <a16:rowId xmlns:a16="http://schemas.microsoft.com/office/drawing/2014/main" val="360843542"/>
                  </a:ext>
                </a:extLst>
              </a:tr>
            </a:tbl>
          </a:graphicData>
        </a:graphic>
      </p:graphicFrame>
    </p:spTree>
    <p:extLst>
      <p:ext uri="{BB962C8B-B14F-4D97-AF65-F5344CB8AC3E}">
        <p14:creationId xmlns:p14="http://schemas.microsoft.com/office/powerpoint/2010/main" val="2842021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818A70-80C1-6FDB-E00C-604C3B8A6FE1}"/>
              </a:ext>
            </a:extLst>
          </p:cNvPr>
          <p:cNvSpPr>
            <a:spLocks noGrp="1"/>
          </p:cNvSpPr>
          <p:nvPr>
            <p:ph sz="quarter" idx="15"/>
          </p:nvPr>
        </p:nvSpPr>
        <p:spPr>
          <a:xfrm>
            <a:off x="312351" y="1051336"/>
            <a:ext cx="5417828" cy="4206240"/>
          </a:xfrm>
        </p:spPr>
        <p:txBody>
          <a:bodyPr/>
          <a:lstStyle/>
          <a:p>
            <a:r>
              <a:rPr lang="en-US" dirty="0"/>
              <a:t>A randomized parameter search was used for optimization of the random forest model (Cross validation = 5)</a:t>
            </a:r>
          </a:p>
          <a:p>
            <a:pPr lvl="1"/>
            <a:r>
              <a:rPr lang="en-US" dirty="0"/>
              <a:t>Parameters optimized included:</a:t>
            </a:r>
          </a:p>
          <a:p>
            <a:pPr lvl="2"/>
            <a:r>
              <a:rPr lang="en-US" dirty="0"/>
              <a:t>Number of estimators – number of trees</a:t>
            </a:r>
          </a:p>
          <a:p>
            <a:pPr lvl="2"/>
            <a:r>
              <a:rPr lang="en-US" dirty="0"/>
              <a:t>Max depth – Max # of splits in each tree</a:t>
            </a:r>
          </a:p>
          <a:p>
            <a:pPr lvl="2"/>
            <a:r>
              <a:rPr lang="en-US" dirty="0"/>
              <a:t>Minimum sample split – Min # of splits in each tree</a:t>
            </a:r>
          </a:p>
          <a:p>
            <a:pPr lvl="2"/>
            <a:r>
              <a:rPr lang="en-US" dirty="0"/>
              <a:t>Minimum samples per leaf – limits new leaf to a sample amount</a:t>
            </a:r>
          </a:p>
          <a:p>
            <a:pPr lvl="2"/>
            <a:r>
              <a:rPr lang="en-US" dirty="0"/>
              <a:t>Maximum features – limits features per split</a:t>
            </a:r>
          </a:p>
          <a:p>
            <a:r>
              <a:rPr lang="en-US" dirty="0"/>
              <a:t>A grid search following the randomized optimization led to substantial overfitting</a:t>
            </a:r>
          </a:p>
          <a:p>
            <a:r>
              <a:rPr lang="en-US" dirty="0"/>
              <a:t>Scoring was based off the mean absolute error</a:t>
            </a:r>
          </a:p>
          <a:p>
            <a:r>
              <a:rPr lang="en-US" dirty="0"/>
              <a:t>Significant improvement from linear (~$98,000 error)</a:t>
            </a:r>
          </a:p>
        </p:txBody>
      </p:sp>
      <p:sp>
        <p:nvSpPr>
          <p:cNvPr id="7" name="Slide Number Placeholder 6">
            <a:extLst>
              <a:ext uri="{FF2B5EF4-FFF2-40B4-BE49-F238E27FC236}">
                <a16:creationId xmlns:a16="http://schemas.microsoft.com/office/drawing/2014/main" id="{81A2FC25-FADC-72BA-9177-351155FF557A}"/>
              </a:ext>
            </a:extLst>
          </p:cNvPr>
          <p:cNvSpPr>
            <a:spLocks noGrp="1"/>
          </p:cNvSpPr>
          <p:nvPr>
            <p:ph type="sldNum" sz="quarter" idx="19"/>
          </p:nvPr>
        </p:nvSpPr>
        <p:spPr/>
        <p:txBody>
          <a:bodyPr/>
          <a:lstStyle/>
          <a:p>
            <a:fld id="{AEAA3239-9EA4-4A65-A281-97F994456D9F}" type="slidenum">
              <a:rPr lang="en-US" smtClean="0"/>
              <a:pPr/>
              <a:t>22</a:t>
            </a:fld>
            <a:endParaRPr lang="en-US" sz="900" dirty="0"/>
          </a:p>
        </p:txBody>
      </p:sp>
      <p:sp>
        <p:nvSpPr>
          <p:cNvPr id="8" name="TextBox 7">
            <a:extLst>
              <a:ext uri="{FF2B5EF4-FFF2-40B4-BE49-F238E27FC236}">
                <a16:creationId xmlns:a16="http://schemas.microsoft.com/office/drawing/2014/main" id="{0E0E45CA-000D-C064-5EDF-586FB7942ACE}"/>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latin typeface="Avenir Next LT Pro" panose="020B0504020202020204" pitchFamily="34" charset="0"/>
              </a:rPr>
              <a:t>Random Forest</a:t>
            </a:r>
            <a:r>
              <a:rPr lang="en-US" sz="3600" b="1" dirty="0">
                <a:solidFill>
                  <a:srgbClr val="105237"/>
                </a:solidFill>
                <a:effectLst/>
                <a:latin typeface="Avenir Next LT Pro" panose="020B0504020202020204" pitchFamily="34" charset="0"/>
              </a:rPr>
              <a:t> Summary</a:t>
            </a:r>
            <a:endParaRPr lang="en-US" b="1" dirty="0"/>
          </a:p>
        </p:txBody>
      </p:sp>
      <p:pic>
        <p:nvPicPr>
          <p:cNvPr id="12" name="Picture 11">
            <a:extLst>
              <a:ext uri="{FF2B5EF4-FFF2-40B4-BE49-F238E27FC236}">
                <a16:creationId xmlns:a16="http://schemas.microsoft.com/office/drawing/2014/main" id="{364644CA-4945-7D7F-D3C0-2F5508F1CB67}"/>
              </a:ext>
            </a:extLst>
          </p:cNvPr>
          <p:cNvPicPr>
            <a:picLocks noChangeAspect="1"/>
          </p:cNvPicPr>
          <p:nvPr/>
        </p:nvPicPr>
        <p:blipFill>
          <a:blip r:embed="rId2"/>
          <a:stretch>
            <a:fillRect/>
          </a:stretch>
        </p:blipFill>
        <p:spPr>
          <a:xfrm>
            <a:off x="6284555" y="3657153"/>
            <a:ext cx="5166722" cy="3200847"/>
          </a:xfrm>
          <a:prstGeom prst="rect">
            <a:avLst/>
          </a:prstGeom>
        </p:spPr>
      </p:pic>
      <p:graphicFrame>
        <p:nvGraphicFramePr>
          <p:cNvPr id="13" name="Table 12">
            <a:extLst>
              <a:ext uri="{FF2B5EF4-FFF2-40B4-BE49-F238E27FC236}">
                <a16:creationId xmlns:a16="http://schemas.microsoft.com/office/drawing/2014/main" id="{F2F898D8-1A50-D38E-AF1D-CC041DF09CC3}"/>
              </a:ext>
            </a:extLst>
          </p:cNvPr>
          <p:cNvGraphicFramePr>
            <a:graphicFrameLocks noGrp="1"/>
          </p:cNvGraphicFramePr>
          <p:nvPr>
            <p:extLst>
              <p:ext uri="{D42A27DB-BD31-4B8C-83A1-F6EECF244321}">
                <p14:modId xmlns:p14="http://schemas.microsoft.com/office/powerpoint/2010/main" val="710085739"/>
              </p:ext>
            </p:extLst>
          </p:nvPr>
        </p:nvGraphicFramePr>
        <p:xfrm>
          <a:off x="2136228" y="5183172"/>
          <a:ext cx="2699803" cy="140716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52665104"/>
                    </a:ext>
                  </a:extLst>
                </a:gridCol>
                <a:gridCol w="590763">
                  <a:extLst>
                    <a:ext uri="{9D8B030D-6E8A-4147-A177-3AD203B41FA5}">
                      <a16:colId xmlns:a16="http://schemas.microsoft.com/office/drawing/2014/main" val="3347526289"/>
                    </a:ext>
                  </a:extLst>
                </a:gridCol>
                <a:gridCol w="1077594">
                  <a:extLst>
                    <a:ext uri="{9D8B030D-6E8A-4147-A177-3AD203B41FA5}">
                      <a16:colId xmlns:a16="http://schemas.microsoft.com/office/drawing/2014/main" val="3661982597"/>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extLst>
                  <a:ext uri="{0D108BD9-81ED-4DB2-BD59-A6C34878D82A}">
                    <a16:rowId xmlns:a16="http://schemas.microsoft.com/office/drawing/2014/main" val="356672687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extLst>
                  <a:ext uri="{0D108BD9-81ED-4DB2-BD59-A6C34878D82A}">
                    <a16:rowId xmlns:a16="http://schemas.microsoft.com/office/drawing/2014/main" val="41886267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extLst>
                  <a:ext uri="{0D108BD9-81ED-4DB2-BD59-A6C34878D82A}">
                    <a16:rowId xmlns:a16="http://schemas.microsoft.com/office/drawing/2014/main" val="2492002729"/>
                  </a:ext>
                </a:extLst>
              </a:tr>
            </a:tbl>
          </a:graphicData>
        </a:graphic>
      </p:graphicFrame>
      <p:pic>
        <p:nvPicPr>
          <p:cNvPr id="15" name="Picture 14">
            <a:extLst>
              <a:ext uri="{FF2B5EF4-FFF2-40B4-BE49-F238E27FC236}">
                <a16:creationId xmlns:a16="http://schemas.microsoft.com/office/drawing/2014/main" id="{D9D1CC38-B47A-1688-3610-77BA77835949}"/>
              </a:ext>
            </a:extLst>
          </p:cNvPr>
          <p:cNvPicPr>
            <a:picLocks noChangeAspect="1"/>
          </p:cNvPicPr>
          <p:nvPr/>
        </p:nvPicPr>
        <p:blipFill>
          <a:blip r:embed="rId3"/>
          <a:stretch>
            <a:fillRect/>
          </a:stretch>
        </p:blipFill>
        <p:spPr>
          <a:xfrm>
            <a:off x="6096000" y="119371"/>
            <a:ext cx="5507749" cy="3537782"/>
          </a:xfrm>
          <a:prstGeom prst="rect">
            <a:avLst/>
          </a:prstGeom>
        </p:spPr>
      </p:pic>
      <p:sp>
        <p:nvSpPr>
          <p:cNvPr id="16" name="TextBox 15">
            <a:extLst>
              <a:ext uri="{FF2B5EF4-FFF2-40B4-BE49-F238E27FC236}">
                <a16:creationId xmlns:a16="http://schemas.microsoft.com/office/drawing/2014/main" id="{EFEC2A70-900B-D9A1-74DB-FCFCDE728F20}"/>
              </a:ext>
            </a:extLst>
          </p:cNvPr>
          <p:cNvSpPr txBox="1"/>
          <p:nvPr/>
        </p:nvSpPr>
        <p:spPr>
          <a:xfrm>
            <a:off x="7403936" y="18126"/>
            <a:ext cx="3395481" cy="261610"/>
          </a:xfrm>
          <a:prstGeom prst="rect">
            <a:avLst/>
          </a:prstGeom>
          <a:solidFill>
            <a:schemeClr val="bg1"/>
          </a:solidFill>
        </p:spPr>
        <p:txBody>
          <a:bodyPr wrap="none" rtlCol="0">
            <a:spAutoFit/>
          </a:bodyPr>
          <a:lstStyle/>
          <a:p>
            <a:r>
              <a:rPr lang="en-US" sz="1100" dirty="0"/>
              <a:t>            Random Forest Model Performance            </a:t>
            </a:r>
          </a:p>
        </p:txBody>
      </p:sp>
    </p:spTree>
    <p:extLst>
      <p:ext uri="{BB962C8B-B14F-4D97-AF65-F5344CB8AC3E}">
        <p14:creationId xmlns:p14="http://schemas.microsoft.com/office/powerpoint/2010/main" val="3369084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2B241-BADF-13BE-9632-FF101D831A10}"/>
              </a:ext>
            </a:extLst>
          </p:cNvPr>
          <p:cNvSpPr>
            <a:spLocks noGrp="1"/>
          </p:cNvSpPr>
          <p:nvPr>
            <p:ph sz="quarter" idx="15"/>
          </p:nvPr>
        </p:nvSpPr>
        <p:spPr>
          <a:xfrm>
            <a:off x="420940" y="1135117"/>
            <a:ext cx="5074920" cy="4206240"/>
          </a:xfrm>
        </p:spPr>
        <p:txBody>
          <a:bodyPr/>
          <a:lstStyle/>
          <a:p>
            <a:r>
              <a:rPr lang="en-US" dirty="0"/>
              <a:t>A randomized parameter search was used for optimization of the </a:t>
            </a:r>
            <a:r>
              <a:rPr lang="en-US" dirty="0" err="1"/>
              <a:t>XGBoost</a:t>
            </a:r>
            <a:r>
              <a:rPr lang="en-US" dirty="0"/>
              <a:t> forest model (Cross validation = 5)</a:t>
            </a:r>
          </a:p>
          <a:p>
            <a:pPr lvl="1"/>
            <a:r>
              <a:rPr lang="en-US" dirty="0"/>
              <a:t>Parameters optimized included:</a:t>
            </a:r>
          </a:p>
          <a:p>
            <a:pPr lvl="2"/>
            <a:r>
              <a:rPr lang="en-US" dirty="0"/>
              <a:t>Number of estimators – Rounds of optimization</a:t>
            </a:r>
          </a:p>
          <a:p>
            <a:pPr lvl="2"/>
            <a:r>
              <a:rPr lang="en-US" dirty="0"/>
              <a:t>Learning Rate – Rate at which the trees correct</a:t>
            </a:r>
          </a:p>
          <a:p>
            <a:pPr lvl="2"/>
            <a:r>
              <a:rPr lang="en-US" dirty="0"/>
              <a:t>Max depth – Tree Depth</a:t>
            </a:r>
          </a:p>
          <a:p>
            <a:pPr lvl="2"/>
            <a:r>
              <a:rPr lang="en-US" dirty="0"/>
              <a:t>Column Sample by tree - % of features used</a:t>
            </a:r>
          </a:p>
          <a:p>
            <a:pPr lvl="2"/>
            <a:r>
              <a:rPr lang="en-US" dirty="0"/>
              <a:t>Subsample - % samples used</a:t>
            </a:r>
          </a:p>
          <a:p>
            <a:pPr lvl="2"/>
            <a:r>
              <a:rPr lang="en-US" dirty="0"/>
              <a:t>Gamma – Split happens if greater than gamma</a:t>
            </a:r>
          </a:p>
          <a:p>
            <a:r>
              <a:rPr lang="en-US" dirty="0"/>
              <a:t>Scoring was based off the mean absolute error</a:t>
            </a:r>
          </a:p>
          <a:p>
            <a:r>
              <a:rPr lang="en-US" dirty="0"/>
              <a:t>Significant improvement from linear (~$98,000 error)</a:t>
            </a:r>
          </a:p>
          <a:p>
            <a:endParaRPr lang="en-US" dirty="0"/>
          </a:p>
        </p:txBody>
      </p:sp>
      <p:graphicFrame>
        <p:nvGraphicFramePr>
          <p:cNvPr id="17" name="Content Placeholder 16">
            <a:extLst>
              <a:ext uri="{FF2B5EF4-FFF2-40B4-BE49-F238E27FC236}">
                <a16:creationId xmlns:a16="http://schemas.microsoft.com/office/drawing/2014/main" id="{88A9FE93-515E-0DA1-F5D0-03AF8DD4516B}"/>
              </a:ext>
            </a:extLst>
          </p:cNvPr>
          <p:cNvGraphicFramePr>
            <a:graphicFrameLocks noGrp="1"/>
          </p:cNvGraphicFramePr>
          <p:nvPr>
            <p:ph sz="quarter" idx="16"/>
            <p:extLst>
              <p:ext uri="{D42A27DB-BD31-4B8C-83A1-F6EECF244321}">
                <p14:modId xmlns:p14="http://schemas.microsoft.com/office/powerpoint/2010/main" val="2600090676"/>
              </p:ext>
            </p:extLst>
          </p:nvPr>
        </p:nvGraphicFramePr>
        <p:xfrm>
          <a:off x="1524734" y="5241859"/>
          <a:ext cx="2699803" cy="125984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905018015"/>
                    </a:ext>
                  </a:extLst>
                </a:gridCol>
                <a:gridCol w="590763">
                  <a:extLst>
                    <a:ext uri="{9D8B030D-6E8A-4147-A177-3AD203B41FA5}">
                      <a16:colId xmlns:a16="http://schemas.microsoft.com/office/drawing/2014/main" val="2335632994"/>
                    </a:ext>
                  </a:extLst>
                </a:gridCol>
                <a:gridCol w="1077594">
                  <a:extLst>
                    <a:ext uri="{9D8B030D-6E8A-4147-A177-3AD203B41FA5}">
                      <a16:colId xmlns:a16="http://schemas.microsoft.com/office/drawing/2014/main" val="2513068972"/>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extLst>
                  <a:ext uri="{0D108BD9-81ED-4DB2-BD59-A6C34878D82A}">
                    <a16:rowId xmlns:a16="http://schemas.microsoft.com/office/drawing/2014/main" val="174153223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extLst>
                  <a:ext uri="{0D108BD9-81ED-4DB2-BD59-A6C34878D82A}">
                    <a16:rowId xmlns:a16="http://schemas.microsoft.com/office/drawing/2014/main" val="657077025"/>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extLst>
                  <a:ext uri="{0D108BD9-81ED-4DB2-BD59-A6C34878D82A}">
                    <a16:rowId xmlns:a16="http://schemas.microsoft.com/office/drawing/2014/main" val="2216522119"/>
                  </a:ext>
                </a:extLst>
              </a:tr>
            </a:tbl>
          </a:graphicData>
        </a:graphic>
      </p:graphicFrame>
      <p:sp>
        <p:nvSpPr>
          <p:cNvPr id="7" name="Slide Number Placeholder 6">
            <a:extLst>
              <a:ext uri="{FF2B5EF4-FFF2-40B4-BE49-F238E27FC236}">
                <a16:creationId xmlns:a16="http://schemas.microsoft.com/office/drawing/2014/main" id="{0CEA8417-6517-A095-01ED-85147018B099}"/>
              </a:ext>
            </a:extLst>
          </p:cNvPr>
          <p:cNvSpPr>
            <a:spLocks noGrp="1"/>
          </p:cNvSpPr>
          <p:nvPr>
            <p:ph type="sldNum" sz="quarter" idx="19"/>
          </p:nvPr>
        </p:nvSpPr>
        <p:spPr/>
        <p:txBody>
          <a:bodyPr/>
          <a:lstStyle/>
          <a:p>
            <a:fld id="{AEAA3239-9EA4-4A65-A281-97F994456D9F}" type="slidenum">
              <a:rPr lang="en-US" smtClean="0"/>
              <a:pPr/>
              <a:t>23</a:t>
            </a:fld>
            <a:endParaRPr lang="en-US" sz="900" dirty="0"/>
          </a:p>
        </p:txBody>
      </p:sp>
      <p:pic>
        <p:nvPicPr>
          <p:cNvPr id="9" name="Picture 8">
            <a:extLst>
              <a:ext uri="{FF2B5EF4-FFF2-40B4-BE49-F238E27FC236}">
                <a16:creationId xmlns:a16="http://schemas.microsoft.com/office/drawing/2014/main" id="{BEAF6B26-9294-26B5-9405-16B7B490A945}"/>
              </a:ext>
            </a:extLst>
          </p:cNvPr>
          <p:cNvPicPr>
            <a:picLocks noChangeAspect="1"/>
          </p:cNvPicPr>
          <p:nvPr/>
        </p:nvPicPr>
        <p:blipFill>
          <a:blip r:embed="rId2"/>
          <a:stretch>
            <a:fillRect/>
          </a:stretch>
        </p:blipFill>
        <p:spPr>
          <a:xfrm>
            <a:off x="6374125" y="232285"/>
            <a:ext cx="5188911" cy="3284470"/>
          </a:xfrm>
          <a:prstGeom prst="rect">
            <a:avLst/>
          </a:prstGeom>
        </p:spPr>
      </p:pic>
      <p:sp>
        <p:nvSpPr>
          <p:cNvPr id="12" name="TextBox 11">
            <a:extLst>
              <a:ext uri="{FF2B5EF4-FFF2-40B4-BE49-F238E27FC236}">
                <a16:creationId xmlns:a16="http://schemas.microsoft.com/office/drawing/2014/main" id="{D036055D-9F35-B2DE-9EBE-9249D401C307}"/>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err="1">
                <a:solidFill>
                  <a:srgbClr val="105237"/>
                </a:solidFill>
                <a:effectLst/>
                <a:latin typeface="Avenir Next LT Pro" panose="020B0504020202020204" pitchFamily="34" charset="0"/>
              </a:rPr>
              <a:t>XGBoost</a:t>
            </a:r>
            <a:r>
              <a:rPr lang="en-US" sz="3600" b="1" dirty="0">
                <a:solidFill>
                  <a:srgbClr val="105237"/>
                </a:solidFill>
                <a:effectLst/>
                <a:latin typeface="Avenir Next LT Pro" panose="020B0504020202020204" pitchFamily="34" charset="0"/>
              </a:rPr>
              <a:t> Summary</a:t>
            </a:r>
            <a:endParaRPr lang="en-US" b="1" dirty="0"/>
          </a:p>
        </p:txBody>
      </p:sp>
      <p:pic>
        <p:nvPicPr>
          <p:cNvPr id="15" name="Picture 14">
            <a:extLst>
              <a:ext uri="{FF2B5EF4-FFF2-40B4-BE49-F238E27FC236}">
                <a16:creationId xmlns:a16="http://schemas.microsoft.com/office/drawing/2014/main" id="{321D918C-E043-572B-7076-E8EA04CC82D2}"/>
              </a:ext>
            </a:extLst>
          </p:cNvPr>
          <p:cNvPicPr>
            <a:picLocks noChangeAspect="1"/>
          </p:cNvPicPr>
          <p:nvPr/>
        </p:nvPicPr>
        <p:blipFill>
          <a:blip r:embed="rId3"/>
          <a:srcRect l="657" r="-1"/>
          <a:stretch>
            <a:fillRect/>
          </a:stretch>
        </p:blipFill>
        <p:spPr>
          <a:xfrm>
            <a:off x="6873765" y="3683027"/>
            <a:ext cx="4438979" cy="2818672"/>
          </a:xfrm>
          <a:prstGeom prst="rect">
            <a:avLst/>
          </a:prstGeom>
        </p:spPr>
      </p:pic>
      <p:sp>
        <p:nvSpPr>
          <p:cNvPr id="16" name="TextBox 15">
            <a:extLst>
              <a:ext uri="{FF2B5EF4-FFF2-40B4-BE49-F238E27FC236}">
                <a16:creationId xmlns:a16="http://schemas.microsoft.com/office/drawing/2014/main" id="{041AF48A-FADD-A5EA-3748-A9C3CE91E10F}"/>
              </a:ext>
            </a:extLst>
          </p:cNvPr>
          <p:cNvSpPr txBox="1"/>
          <p:nvPr/>
        </p:nvSpPr>
        <p:spPr>
          <a:xfrm>
            <a:off x="7719246" y="122319"/>
            <a:ext cx="2904962" cy="261610"/>
          </a:xfrm>
          <a:prstGeom prst="rect">
            <a:avLst/>
          </a:prstGeom>
          <a:solidFill>
            <a:schemeClr val="bg1"/>
          </a:solidFill>
        </p:spPr>
        <p:txBody>
          <a:bodyPr wrap="none" rtlCol="0">
            <a:spAutoFit/>
          </a:bodyPr>
          <a:lstStyle/>
          <a:p>
            <a:r>
              <a:rPr lang="en-US" sz="1100" dirty="0"/>
              <a:t>            </a:t>
            </a:r>
            <a:r>
              <a:rPr lang="en-US" sz="1100" dirty="0" err="1"/>
              <a:t>XGBoost</a:t>
            </a:r>
            <a:r>
              <a:rPr lang="en-US" sz="1100" dirty="0"/>
              <a:t> Model Performance            </a:t>
            </a:r>
          </a:p>
        </p:txBody>
      </p:sp>
    </p:spTree>
    <p:extLst>
      <p:ext uri="{BB962C8B-B14F-4D97-AF65-F5344CB8AC3E}">
        <p14:creationId xmlns:p14="http://schemas.microsoft.com/office/powerpoint/2010/main" val="3240256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52F2-0017-22E5-24E4-6C832266DB0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3DC408-4232-6B40-04B5-0B24448E629D}"/>
              </a:ext>
            </a:extLst>
          </p:cNvPr>
          <p:cNvSpPr>
            <a:spLocks noGrp="1"/>
          </p:cNvSpPr>
          <p:nvPr>
            <p:ph type="sldNum" sz="quarter" idx="19"/>
          </p:nvPr>
        </p:nvSpPr>
        <p:spPr/>
        <p:txBody>
          <a:bodyPr/>
          <a:lstStyle/>
          <a:p>
            <a:fld id="{AEAA3239-9EA4-4A65-A281-97F994456D9F}" type="slidenum">
              <a:rPr lang="en-US" smtClean="0"/>
              <a:pPr/>
              <a:t>24</a:t>
            </a:fld>
            <a:endParaRPr lang="en-US" sz="900" dirty="0"/>
          </a:p>
        </p:txBody>
      </p:sp>
      <p:sp>
        <p:nvSpPr>
          <p:cNvPr id="13" name="TextBox 12">
            <a:extLst>
              <a:ext uri="{FF2B5EF4-FFF2-40B4-BE49-F238E27FC236}">
                <a16:creationId xmlns:a16="http://schemas.microsoft.com/office/drawing/2014/main" id="{523BECD9-FB05-7FD7-E98D-2FDE3CD8D022}"/>
              </a:ext>
            </a:extLst>
          </p:cNvPr>
          <p:cNvSpPr txBox="1"/>
          <p:nvPr/>
        </p:nvSpPr>
        <p:spPr>
          <a:xfrm>
            <a:off x="190500" y="341486"/>
            <a:ext cx="6707257" cy="121564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Modeling Summary: Mean Average Error</a:t>
            </a:r>
            <a:endParaRPr lang="en-US" b="1" dirty="0"/>
          </a:p>
        </p:txBody>
      </p:sp>
      <p:sp>
        <p:nvSpPr>
          <p:cNvPr id="3" name="TextBox 2">
            <a:extLst>
              <a:ext uri="{FF2B5EF4-FFF2-40B4-BE49-F238E27FC236}">
                <a16:creationId xmlns:a16="http://schemas.microsoft.com/office/drawing/2014/main" id="{C2FCFE17-0B09-721F-E07C-AFBCB6DFA71B}"/>
              </a:ext>
            </a:extLst>
          </p:cNvPr>
          <p:cNvSpPr txBox="1"/>
          <p:nvPr/>
        </p:nvSpPr>
        <p:spPr>
          <a:xfrm>
            <a:off x="417443" y="2003180"/>
            <a:ext cx="5181600" cy="3693319"/>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After comparing the Mean Average Error, it seems as though </a:t>
            </a:r>
            <a:r>
              <a:rPr lang="en-US" dirty="0" err="1"/>
              <a:t>XGBoost</a:t>
            </a:r>
            <a:r>
              <a:rPr lang="en-US" dirty="0"/>
              <a:t> is the best model.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error values seem high, but a $90,000 error is not as big of an error for a $1.5 million dollar house compared to a $500,000 dollar house.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an analysis of how the models did with differing price ranges was conducted with Mean Absolute Percent Error.</a:t>
            </a:r>
          </a:p>
          <a:p>
            <a:pPr marL="285750" indent="-285750">
              <a:buFont typeface="Arial" panose="020B0604020202020204" pitchFamily="34" charset="0"/>
              <a:buChar char="•"/>
            </a:pPr>
            <a:endParaRPr lang="en-US" dirty="0"/>
          </a:p>
        </p:txBody>
      </p:sp>
      <p:graphicFrame>
        <p:nvGraphicFramePr>
          <p:cNvPr id="2" name="Chart 1">
            <a:extLst>
              <a:ext uri="{FF2B5EF4-FFF2-40B4-BE49-F238E27FC236}">
                <a16:creationId xmlns:a16="http://schemas.microsoft.com/office/drawing/2014/main" id="{8CD95D32-55D2-1BCA-85CD-2B3CCB9CCB39}"/>
              </a:ext>
            </a:extLst>
          </p:cNvPr>
          <p:cNvGraphicFramePr>
            <a:graphicFrameLocks/>
          </p:cNvGraphicFramePr>
          <p:nvPr>
            <p:extLst>
              <p:ext uri="{D42A27DB-BD31-4B8C-83A1-F6EECF244321}">
                <p14:modId xmlns:p14="http://schemas.microsoft.com/office/powerpoint/2010/main" val="173507215"/>
              </p:ext>
            </p:extLst>
          </p:nvPr>
        </p:nvGraphicFramePr>
        <p:xfrm>
          <a:off x="5878286" y="1270838"/>
          <a:ext cx="5896271" cy="428681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82142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7700F2-65D3-154B-D999-8ED31EEBA4C1}"/>
              </a:ext>
            </a:extLst>
          </p:cNvPr>
          <p:cNvSpPr>
            <a:spLocks noGrp="1"/>
          </p:cNvSpPr>
          <p:nvPr>
            <p:ph type="sldNum" sz="quarter" idx="19"/>
          </p:nvPr>
        </p:nvSpPr>
        <p:spPr/>
        <p:txBody>
          <a:bodyPr/>
          <a:lstStyle/>
          <a:p>
            <a:fld id="{AEAA3239-9EA4-4A65-A281-97F994456D9F}" type="slidenum">
              <a:rPr lang="en-US" smtClean="0"/>
              <a:pPr/>
              <a:t>25</a:t>
            </a:fld>
            <a:endParaRPr lang="en-US" sz="900" dirty="0"/>
          </a:p>
        </p:txBody>
      </p:sp>
      <p:sp>
        <p:nvSpPr>
          <p:cNvPr id="8" name="TextBox 7">
            <a:extLst>
              <a:ext uri="{FF2B5EF4-FFF2-40B4-BE49-F238E27FC236}">
                <a16:creationId xmlns:a16="http://schemas.microsoft.com/office/drawing/2014/main" id="{9FEB9942-19CB-E3EE-7BF8-C5598D81FBFE}"/>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D528DF5E-0C41-0286-5B86-1EF6B9F59D7C}"/>
              </a:ext>
            </a:extLst>
          </p:cNvPr>
          <p:cNvGraphicFramePr>
            <a:graphicFrameLocks noGrp="1"/>
          </p:cNvGraphicFramePr>
          <p:nvPr>
            <p:extLst>
              <p:ext uri="{D42A27DB-BD31-4B8C-83A1-F6EECF244321}">
                <p14:modId xmlns:p14="http://schemas.microsoft.com/office/powerpoint/2010/main" val="1402476914"/>
              </p:ext>
            </p:extLst>
          </p:nvPr>
        </p:nvGraphicFramePr>
        <p:xfrm>
          <a:off x="3311986" y="1727197"/>
          <a:ext cx="8606053" cy="347980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21.40%</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bl>
          </a:graphicData>
        </a:graphic>
      </p:graphicFrame>
      <p:sp>
        <p:nvSpPr>
          <p:cNvPr id="3" name="TextBox 2">
            <a:extLst>
              <a:ext uri="{FF2B5EF4-FFF2-40B4-BE49-F238E27FC236}">
                <a16:creationId xmlns:a16="http://schemas.microsoft.com/office/drawing/2014/main" id="{AC0AE798-FB39-1D18-7EAD-1206324CD3E8}"/>
              </a:ext>
            </a:extLst>
          </p:cNvPr>
          <p:cNvSpPr txBox="1"/>
          <p:nvPr/>
        </p:nvSpPr>
        <p:spPr>
          <a:xfrm>
            <a:off x="351184" y="1901687"/>
            <a:ext cx="262393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exhibited the lowest error on the test dataset</a:t>
            </a:r>
          </a:p>
          <a:p>
            <a:endParaRPr lang="en-US" dirty="0"/>
          </a:p>
          <a:p>
            <a:pPr marL="285750" indent="-285750">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3DD77704-AA36-F374-B020-02FBF739049F}"/>
              </a:ext>
            </a:extLst>
          </p:cNvPr>
          <p:cNvSpPr txBox="1"/>
          <p:nvPr/>
        </p:nvSpPr>
        <p:spPr>
          <a:xfrm>
            <a:off x="3311986" y="5254782"/>
            <a:ext cx="2044149" cy="261610"/>
          </a:xfrm>
          <a:prstGeom prst="rect">
            <a:avLst/>
          </a:prstGeom>
          <a:noFill/>
        </p:spPr>
        <p:txBody>
          <a:bodyPr wrap="none" rtlCol="0">
            <a:spAutoFit/>
          </a:bodyPr>
          <a:lstStyle/>
          <a:p>
            <a:r>
              <a:rPr lang="en-US" sz="1100" dirty="0"/>
              <a:t>* MAE = Mean Average Error</a:t>
            </a:r>
          </a:p>
        </p:txBody>
      </p:sp>
    </p:spTree>
    <p:extLst>
      <p:ext uri="{BB962C8B-B14F-4D97-AF65-F5344CB8AC3E}">
        <p14:creationId xmlns:p14="http://schemas.microsoft.com/office/powerpoint/2010/main" val="96027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B5F2A-0597-7C61-4233-0B04A8111D9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109803-8F56-B097-E38F-AC34976EA186}"/>
              </a:ext>
            </a:extLst>
          </p:cNvPr>
          <p:cNvSpPr>
            <a:spLocks noGrp="1"/>
          </p:cNvSpPr>
          <p:nvPr>
            <p:ph type="sldNum" sz="quarter" idx="19"/>
          </p:nvPr>
        </p:nvSpPr>
        <p:spPr/>
        <p:txBody>
          <a:bodyPr/>
          <a:lstStyle/>
          <a:p>
            <a:fld id="{AEAA3239-9EA4-4A65-A281-97F994456D9F}" type="slidenum">
              <a:rPr lang="en-US" smtClean="0"/>
              <a:pPr/>
              <a:t>26</a:t>
            </a:fld>
            <a:endParaRPr lang="en-US" sz="900" dirty="0"/>
          </a:p>
        </p:txBody>
      </p:sp>
      <p:sp>
        <p:nvSpPr>
          <p:cNvPr id="8" name="TextBox 7">
            <a:extLst>
              <a:ext uri="{FF2B5EF4-FFF2-40B4-BE49-F238E27FC236}">
                <a16:creationId xmlns:a16="http://schemas.microsoft.com/office/drawing/2014/main" id="{867AA88E-7B72-D3E0-C8B1-4AF33DFFD4EA}"/>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04ED12A9-B148-1464-EB9B-6C9CFABB1602}"/>
              </a:ext>
            </a:extLst>
          </p:cNvPr>
          <p:cNvGraphicFramePr>
            <a:graphicFrameLocks noGrp="1"/>
          </p:cNvGraphicFramePr>
          <p:nvPr>
            <p:extLst>
              <p:ext uri="{D42A27DB-BD31-4B8C-83A1-F6EECF244321}">
                <p14:modId xmlns:p14="http://schemas.microsoft.com/office/powerpoint/2010/main" val="4142382943"/>
              </p:ext>
            </p:extLst>
          </p:nvPr>
        </p:nvGraphicFramePr>
        <p:xfrm>
          <a:off x="3311986" y="1727197"/>
          <a:ext cx="8606053" cy="347980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21.40%</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bl>
          </a:graphicData>
        </a:graphic>
      </p:graphicFrame>
      <p:sp>
        <p:nvSpPr>
          <p:cNvPr id="4" name="TextBox 3">
            <a:extLst>
              <a:ext uri="{FF2B5EF4-FFF2-40B4-BE49-F238E27FC236}">
                <a16:creationId xmlns:a16="http://schemas.microsoft.com/office/drawing/2014/main" id="{AA3B53D9-859E-A794-CCF2-C547A78502EF}"/>
              </a:ext>
            </a:extLst>
          </p:cNvPr>
          <p:cNvSpPr txBox="1"/>
          <p:nvPr/>
        </p:nvSpPr>
        <p:spPr>
          <a:xfrm>
            <a:off x="3311986" y="5254782"/>
            <a:ext cx="2044149" cy="261610"/>
          </a:xfrm>
          <a:prstGeom prst="rect">
            <a:avLst/>
          </a:prstGeom>
          <a:noFill/>
        </p:spPr>
        <p:txBody>
          <a:bodyPr wrap="none" rtlCol="0">
            <a:spAutoFit/>
          </a:bodyPr>
          <a:lstStyle/>
          <a:p>
            <a:r>
              <a:rPr lang="en-US" sz="1100" dirty="0"/>
              <a:t>* MAE = Mean Average Error</a:t>
            </a:r>
          </a:p>
        </p:txBody>
      </p:sp>
      <p:sp>
        <p:nvSpPr>
          <p:cNvPr id="2" name="Rectangle 1">
            <a:extLst>
              <a:ext uri="{FF2B5EF4-FFF2-40B4-BE49-F238E27FC236}">
                <a16:creationId xmlns:a16="http://schemas.microsoft.com/office/drawing/2014/main" id="{32F9CEB4-8478-DEA7-3946-1D3DA7A501F7}"/>
              </a:ext>
            </a:extLst>
          </p:cNvPr>
          <p:cNvSpPr/>
          <p:nvPr/>
        </p:nvSpPr>
        <p:spPr>
          <a:xfrm>
            <a:off x="4926496" y="4836681"/>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632E79-0AB4-8852-8C6E-87471FA08C5F}"/>
              </a:ext>
            </a:extLst>
          </p:cNvPr>
          <p:cNvSpPr/>
          <p:nvPr/>
        </p:nvSpPr>
        <p:spPr>
          <a:xfrm>
            <a:off x="6039679" y="4836681"/>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448865-2798-874F-3286-556770A4035C}"/>
              </a:ext>
            </a:extLst>
          </p:cNvPr>
          <p:cNvSpPr/>
          <p:nvPr/>
        </p:nvSpPr>
        <p:spPr>
          <a:xfrm>
            <a:off x="7325140" y="4829137"/>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5763F6-6AAA-DBB5-8DF0-2ED1EDDCA691}"/>
              </a:ext>
            </a:extLst>
          </p:cNvPr>
          <p:cNvSpPr/>
          <p:nvPr/>
        </p:nvSpPr>
        <p:spPr>
          <a:xfrm>
            <a:off x="9001540" y="3250760"/>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A7AC1E-272C-E2DB-CDBC-CA7CF0536427}"/>
              </a:ext>
            </a:extLst>
          </p:cNvPr>
          <p:cNvSpPr/>
          <p:nvPr/>
        </p:nvSpPr>
        <p:spPr>
          <a:xfrm>
            <a:off x="10600468" y="2786852"/>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C3E5DE-83B2-3764-1121-0FE63BF8C1F9}"/>
              </a:ext>
            </a:extLst>
          </p:cNvPr>
          <p:cNvSpPr/>
          <p:nvPr/>
        </p:nvSpPr>
        <p:spPr>
          <a:xfrm>
            <a:off x="4335117" y="4836681"/>
            <a:ext cx="591379"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7D0743-17FA-B416-EED4-19369CA7069D}"/>
              </a:ext>
            </a:extLst>
          </p:cNvPr>
          <p:cNvSpPr txBox="1"/>
          <p:nvPr/>
        </p:nvSpPr>
        <p:spPr>
          <a:xfrm>
            <a:off x="351184" y="1901687"/>
            <a:ext cx="262393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exhibited the lowest error on the test dataset</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14104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F849-B0EE-75C4-0AA1-301785E4F31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D43D5A3-E12E-52B0-AF7B-39FEC7E9F65D}"/>
              </a:ext>
            </a:extLst>
          </p:cNvPr>
          <p:cNvSpPr>
            <a:spLocks noGrp="1"/>
          </p:cNvSpPr>
          <p:nvPr>
            <p:ph type="sldNum" sz="quarter" idx="19"/>
          </p:nvPr>
        </p:nvSpPr>
        <p:spPr/>
        <p:txBody>
          <a:bodyPr/>
          <a:lstStyle/>
          <a:p>
            <a:fld id="{AEAA3239-9EA4-4A65-A281-97F994456D9F}" type="slidenum">
              <a:rPr lang="en-US" smtClean="0"/>
              <a:pPr/>
              <a:t>27</a:t>
            </a:fld>
            <a:endParaRPr lang="en-US" sz="900" dirty="0"/>
          </a:p>
        </p:txBody>
      </p:sp>
      <p:sp>
        <p:nvSpPr>
          <p:cNvPr id="8" name="TextBox 7">
            <a:extLst>
              <a:ext uri="{FF2B5EF4-FFF2-40B4-BE49-F238E27FC236}">
                <a16:creationId xmlns:a16="http://schemas.microsoft.com/office/drawing/2014/main" id="{35DF9479-4513-E6FB-2FD5-5E68E1C5457F}"/>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Feature Importance</a:t>
            </a:r>
            <a:endParaRPr lang="en-US" b="1" dirty="0"/>
          </a:p>
        </p:txBody>
      </p:sp>
      <p:pic>
        <p:nvPicPr>
          <p:cNvPr id="11" name="Picture 10">
            <a:extLst>
              <a:ext uri="{FF2B5EF4-FFF2-40B4-BE49-F238E27FC236}">
                <a16:creationId xmlns:a16="http://schemas.microsoft.com/office/drawing/2014/main" id="{542CC9C9-B742-7AAE-81AE-1EC8430089A1}"/>
              </a:ext>
            </a:extLst>
          </p:cNvPr>
          <p:cNvPicPr>
            <a:picLocks noChangeAspect="1"/>
          </p:cNvPicPr>
          <p:nvPr/>
        </p:nvPicPr>
        <p:blipFill>
          <a:blip r:embed="rId2"/>
          <a:srcRect l="657" r="-1"/>
          <a:stretch>
            <a:fillRect/>
          </a:stretch>
        </p:blipFill>
        <p:spPr>
          <a:xfrm>
            <a:off x="2060696" y="1361589"/>
            <a:ext cx="7369901" cy="4679756"/>
          </a:xfrm>
          <a:prstGeom prst="rect">
            <a:avLst/>
          </a:prstGeom>
        </p:spPr>
      </p:pic>
    </p:spTree>
    <p:extLst>
      <p:ext uri="{BB962C8B-B14F-4D97-AF65-F5344CB8AC3E}">
        <p14:creationId xmlns:p14="http://schemas.microsoft.com/office/powerpoint/2010/main" val="323652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47E4F-88A3-7144-0E43-A88B95C7949F}"/>
              </a:ext>
            </a:extLst>
          </p:cNvPr>
          <p:cNvSpPr>
            <a:spLocks noGrp="1"/>
          </p:cNvSpPr>
          <p:nvPr>
            <p:ph sz="quarter" idx="15"/>
          </p:nvPr>
        </p:nvSpPr>
        <p:spPr>
          <a:xfrm>
            <a:off x="685800" y="1258957"/>
            <a:ext cx="5074920" cy="4958963"/>
          </a:xfrm>
        </p:spPr>
        <p:txBody>
          <a:bodyPr/>
          <a:lstStyle/>
          <a:p>
            <a:r>
              <a:rPr lang="en-US" sz="1600" dirty="0"/>
              <a:t>Conclusions</a:t>
            </a:r>
          </a:p>
          <a:p>
            <a:pPr lvl="1"/>
            <a:r>
              <a:rPr lang="en-US" sz="1600" dirty="0"/>
              <a:t>Depending on the price range, </a:t>
            </a:r>
            <a:r>
              <a:rPr lang="en-US" sz="1600" dirty="0" err="1"/>
              <a:t>XGBoost</a:t>
            </a:r>
            <a:r>
              <a:rPr lang="en-US" sz="1600" dirty="0"/>
              <a:t> is the best model</a:t>
            </a:r>
          </a:p>
          <a:p>
            <a:pPr lvl="1"/>
            <a:endParaRPr lang="en-US" sz="1600" dirty="0"/>
          </a:p>
          <a:p>
            <a:pPr lvl="1"/>
            <a:r>
              <a:rPr lang="en-US" sz="1600" dirty="0"/>
              <a:t>Ideally, these models would have less than 10% error</a:t>
            </a:r>
          </a:p>
          <a:p>
            <a:pPr lvl="2"/>
            <a:r>
              <a:rPr lang="en-US" sz="1600" dirty="0"/>
              <a:t>May need more data and feature engineering to make this happen</a:t>
            </a:r>
          </a:p>
          <a:p>
            <a:pPr lvl="1"/>
            <a:r>
              <a:rPr lang="en-US" sz="1600" dirty="0"/>
              <a:t>The models given here can give an idea as to whether a house is significantly over/under priced, but more refinement and data are needed to be more specific</a:t>
            </a:r>
          </a:p>
          <a:p>
            <a:pPr lvl="1"/>
            <a:endParaRPr lang="en-US" sz="1600" dirty="0"/>
          </a:p>
          <a:p>
            <a:pPr lvl="1"/>
            <a:endParaRPr lang="en-US" sz="1600" dirty="0"/>
          </a:p>
        </p:txBody>
      </p:sp>
      <p:sp>
        <p:nvSpPr>
          <p:cNvPr id="4" name="Content Placeholder 3">
            <a:extLst>
              <a:ext uri="{FF2B5EF4-FFF2-40B4-BE49-F238E27FC236}">
                <a16:creationId xmlns:a16="http://schemas.microsoft.com/office/drawing/2014/main" id="{4D8AFF8A-4940-CE4B-4F1A-8063A1DD1471}"/>
              </a:ext>
            </a:extLst>
          </p:cNvPr>
          <p:cNvSpPr>
            <a:spLocks noGrp="1"/>
          </p:cNvSpPr>
          <p:nvPr>
            <p:ph sz="quarter" idx="16"/>
          </p:nvPr>
        </p:nvSpPr>
        <p:spPr>
          <a:xfrm>
            <a:off x="6430963" y="1192696"/>
            <a:ext cx="5075237" cy="5025224"/>
          </a:xfrm>
        </p:spPr>
        <p:txBody>
          <a:bodyPr>
            <a:normAutofit/>
          </a:bodyPr>
          <a:lstStyle/>
          <a:p>
            <a:r>
              <a:rPr lang="en-US" sz="1600" dirty="0"/>
              <a:t>Next Steps</a:t>
            </a:r>
          </a:p>
          <a:p>
            <a:pPr lvl="1"/>
            <a:r>
              <a:rPr lang="en-US" sz="1600" dirty="0"/>
              <a:t>Obtain more data – more housing information would be very helpful and would allow for separating the houses based on price for modeling of separate bins</a:t>
            </a:r>
          </a:p>
          <a:p>
            <a:pPr lvl="1"/>
            <a:r>
              <a:rPr lang="en-US" sz="1600" dirty="0"/>
              <a:t>Gather more information about features</a:t>
            </a:r>
          </a:p>
          <a:p>
            <a:pPr lvl="2"/>
            <a:r>
              <a:rPr lang="en-US" sz="1600" dirty="0"/>
              <a:t>Features such as if there is a pool, granite countertops, newly remodeled, distance from schools, etc.</a:t>
            </a:r>
          </a:p>
          <a:p>
            <a:pPr lvl="2"/>
            <a:endParaRPr lang="en-US" sz="1600" dirty="0"/>
          </a:p>
          <a:p>
            <a:pPr lvl="2"/>
            <a:endParaRPr lang="en-US" sz="1600" dirty="0"/>
          </a:p>
        </p:txBody>
      </p:sp>
      <p:sp>
        <p:nvSpPr>
          <p:cNvPr id="7" name="Slide Number Placeholder 6">
            <a:extLst>
              <a:ext uri="{FF2B5EF4-FFF2-40B4-BE49-F238E27FC236}">
                <a16:creationId xmlns:a16="http://schemas.microsoft.com/office/drawing/2014/main" id="{CE6E0A4D-1291-1E7B-DF84-12A8B26C2642}"/>
              </a:ext>
            </a:extLst>
          </p:cNvPr>
          <p:cNvSpPr>
            <a:spLocks noGrp="1"/>
          </p:cNvSpPr>
          <p:nvPr>
            <p:ph type="sldNum" sz="quarter" idx="19"/>
          </p:nvPr>
        </p:nvSpPr>
        <p:spPr/>
        <p:txBody>
          <a:bodyPr/>
          <a:lstStyle/>
          <a:p>
            <a:fld id="{AEAA3239-9EA4-4A65-A281-97F994456D9F}" type="slidenum">
              <a:rPr lang="en-US" smtClean="0"/>
              <a:pPr/>
              <a:t>28</a:t>
            </a:fld>
            <a:endParaRPr lang="en-US" sz="900" dirty="0"/>
          </a:p>
        </p:txBody>
      </p:sp>
      <p:sp>
        <p:nvSpPr>
          <p:cNvPr id="8" name="TextBox 7">
            <a:extLst>
              <a:ext uri="{FF2B5EF4-FFF2-40B4-BE49-F238E27FC236}">
                <a16:creationId xmlns:a16="http://schemas.microsoft.com/office/drawing/2014/main" id="{07E89E90-2C4C-BECE-68CF-A0FAB5FC3052}"/>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Conclusions and Next Steps</a:t>
            </a:r>
            <a:endParaRPr lang="en-US" b="1" dirty="0"/>
          </a:p>
        </p:txBody>
      </p:sp>
      <p:sp>
        <p:nvSpPr>
          <p:cNvPr id="2" name="AutoShape 2" descr="Image result for MN minneapolis housing">
            <a:extLst>
              <a:ext uri="{FF2B5EF4-FFF2-40B4-BE49-F238E27FC236}">
                <a16:creationId xmlns:a16="http://schemas.microsoft.com/office/drawing/2014/main" id="{E09DA03C-A44A-DD55-9771-0F1C22AF3C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8DD358A-906B-9DDC-CD26-0A4323C301A6}"/>
              </a:ext>
            </a:extLst>
          </p:cNvPr>
          <p:cNvPicPr>
            <a:picLocks noChangeAspect="1"/>
          </p:cNvPicPr>
          <p:nvPr/>
        </p:nvPicPr>
        <p:blipFill>
          <a:blip r:embed="rId2"/>
          <a:stretch>
            <a:fillRect/>
          </a:stretch>
        </p:blipFill>
        <p:spPr>
          <a:xfrm>
            <a:off x="6892131" y="4326255"/>
            <a:ext cx="4152900" cy="2257425"/>
          </a:xfrm>
          <a:prstGeom prst="rect">
            <a:avLst/>
          </a:prstGeom>
        </p:spPr>
      </p:pic>
    </p:spTree>
    <p:extLst>
      <p:ext uri="{BB962C8B-B14F-4D97-AF65-F5344CB8AC3E}">
        <p14:creationId xmlns:p14="http://schemas.microsoft.com/office/powerpoint/2010/main" val="1403791682"/>
      </p:ext>
    </p:extLst>
  </p:cSld>
  <p:clrMapOvr>
    <a:masterClrMapping/>
  </p:clrMapOvr>
</p:sld>
</file>

<file path=ppt/theme/theme1.xml><?xml version="1.0" encoding="utf-8"?>
<a:theme xmlns:a="http://schemas.openxmlformats.org/drawingml/2006/main" name="Square harmony">
  <a:themeElements>
    <a:clrScheme name="Square Harmony">
      <a:dk1>
        <a:srgbClr val="000000"/>
      </a:dk1>
      <a:lt1>
        <a:srgbClr val="FFFFFF"/>
      </a:lt1>
      <a:dk2>
        <a:srgbClr val="0E2841"/>
      </a:dk2>
      <a:lt2>
        <a:srgbClr val="E8E8E8"/>
      </a:lt2>
      <a:accent1>
        <a:srgbClr val="0E5336"/>
      </a:accent1>
      <a:accent2>
        <a:srgbClr val="DDB4FA"/>
      </a:accent2>
      <a:accent3>
        <a:srgbClr val="5693CF"/>
      </a:accent3>
      <a:accent4>
        <a:srgbClr val="F6F8E6"/>
      </a:accent4>
      <a:accent5>
        <a:srgbClr val="90FEC3"/>
      </a:accent5>
      <a:accent6>
        <a:srgbClr val="1538A8"/>
      </a:accent6>
      <a:hlink>
        <a:srgbClr val="467886"/>
      </a:hlink>
      <a:folHlink>
        <a:srgbClr val="96607D"/>
      </a:folHlink>
    </a:clrScheme>
    <a:fontScheme name="Square harmony">
      <a:majorFont>
        <a:latin typeface="Avenir Next LT Pro Dem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quare Harmony_win32_EF_v3" id="{DFB72738-CE99-4470-904C-205E8E70D837}" vid="{F2FEBAB6-D7E3-4CC2-B31D-075EF81A38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4131</TotalTime>
  <Words>2059</Words>
  <Application>Microsoft Office PowerPoint</Application>
  <PresentationFormat>Widescreen</PresentationFormat>
  <Paragraphs>464</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Avenir Next LT Pro</vt:lpstr>
      <vt:lpstr>Avenir Next LT Pro Demi</vt:lpstr>
      <vt:lpstr>Avenir Next LT Pro Light</vt:lpstr>
      <vt:lpstr>Square harmony</vt:lpstr>
      <vt:lpstr>PowerPoint Presentation</vt:lpstr>
      <vt:lpstr>PowerPoint Presentation</vt:lpstr>
      <vt:lpstr>Predicting Minneapolis/St.Paul Housing Data: Why Do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Peters</dc:creator>
  <cp:lastModifiedBy>Benjamin Peters</cp:lastModifiedBy>
  <cp:revision>4</cp:revision>
  <dcterms:created xsi:type="dcterms:W3CDTF">2026-03-05T01:42:22Z</dcterms:created>
  <dcterms:modified xsi:type="dcterms:W3CDTF">2026-05-07T22:29:45Z</dcterms:modified>
</cp:coreProperties>
</file>