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7"/>
  </p:notesMasterIdLst>
  <p:sldIdLst>
    <p:sldId id="2561" r:id="rId2"/>
    <p:sldId id="2562" r:id="rId3"/>
    <p:sldId id="2580" r:id="rId4"/>
    <p:sldId id="2564" r:id="rId5"/>
    <p:sldId id="2581" r:id="rId6"/>
    <p:sldId id="2565" r:id="rId7"/>
    <p:sldId id="2587" r:id="rId8"/>
    <p:sldId id="2588" r:id="rId9"/>
    <p:sldId id="2591" r:id="rId10"/>
    <p:sldId id="2589" r:id="rId11"/>
    <p:sldId id="2586" r:id="rId12"/>
    <p:sldId id="2582" r:id="rId13"/>
    <p:sldId id="2594" r:id="rId14"/>
    <p:sldId id="2592" r:id="rId15"/>
    <p:sldId id="2583"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9B95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11CDD20-E25F-4D02-A04C-0B2688C5710B}" v="7" dt="2026-03-06T00:46:25.85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11" autoAdjust="0"/>
    <p:restoredTop sz="94660"/>
  </p:normalViewPr>
  <p:slideViewPr>
    <p:cSldViewPr snapToGrid="0">
      <p:cViewPr varScale="1">
        <p:scale>
          <a:sx n="89" d="100"/>
          <a:sy n="89" d="100"/>
        </p:scale>
        <p:origin x="72" y="316"/>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enjamin Peters" userId="83763c400eb8b5dd" providerId="LiveId" clId="{7AE7A208-551F-4015-BAFA-D67B1C1DCA48}"/>
    <pc:docChg chg="custSel modSld">
      <pc:chgData name="Benjamin Peters" userId="83763c400eb8b5dd" providerId="LiveId" clId="{7AE7A208-551F-4015-BAFA-D67B1C1DCA48}" dt="2026-03-06T00:47:43.006" v="345" actId="20577"/>
      <pc:docMkLst>
        <pc:docMk/>
      </pc:docMkLst>
      <pc:sldChg chg="delSp modSp mod modNotesTx">
        <pc:chgData name="Benjamin Peters" userId="83763c400eb8b5dd" providerId="LiveId" clId="{7AE7A208-551F-4015-BAFA-D67B1C1DCA48}" dt="2026-03-06T00:02:48.999" v="110" actId="20577"/>
        <pc:sldMkLst>
          <pc:docMk/>
          <pc:sldMk cId="1998990933" sldId="2561"/>
        </pc:sldMkLst>
        <pc:spChg chg="del">
          <ac:chgData name="Benjamin Peters" userId="83763c400eb8b5dd" providerId="LiveId" clId="{7AE7A208-551F-4015-BAFA-D67B1C1DCA48}" dt="2026-03-05T23:46:17.257" v="8" actId="478"/>
          <ac:spMkLst>
            <pc:docMk/>
            <pc:sldMk cId="1998990933" sldId="2561"/>
            <ac:spMk id="6" creationId="{D98B2EAA-D195-9B83-F1D7-DFA391DAFDE2}"/>
          </ac:spMkLst>
        </pc:spChg>
        <pc:spChg chg="mod">
          <ac:chgData name="Benjamin Peters" userId="83763c400eb8b5dd" providerId="LiveId" clId="{7AE7A208-551F-4015-BAFA-D67B1C1DCA48}" dt="2026-03-06T00:02:48.999" v="110" actId="20577"/>
          <ac:spMkLst>
            <pc:docMk/>
            <pc:sldMk cId="1998990933" sldId="2561"/>
            <ac:spMk id="10" creationId="{8E350057-6658-4890-A572-5E5F237F0C4F}"/>
          </ac:spMkLst>
        </pc:spChg>
      </pc:sldChg>
      <pc:sldChg chg="modSp mod modNotesTx">
        <pc:chgData name="Benjamin Peters" userId="83763c400eb8b5dd" providerId="LiveId" clId="{7AE7A208-551F-4015-BAFA-D67B1C1DCA48}" dt="2026-03-05T23:46:56.392" v="10" actId="27636"/>
        <pc:sldMkLst>
          <pc:docMk/>
          <pc:sldMk cId="2399229536" sldId="2562"/>
        </pc:sldMkLst>
        <pc:spChg chg="mod">
          <ac:chgData name="Benjamin Peters" userId="83763c400eb8b5dd" providerId="LiveId" clId="{7AE7A208-551F-4015-BAFA-D67B1C1DCA48}" dt="2026-03-05T23:46:56.392" v="10" actId="27636"/>
          <ac:spMkLst>
            <pc:docMk/>
            <pc:sldMk cId="2399229536" sldId="2562"/>
            <ac:spMk id="11" creationId="{646073C4-E3DB-4DC2-A23C-F7B42813D52A}"/>
          </ac:spMkLst>
        </pc:spChg>
      </pc:sldChg>
      <pc:sldChg chg="addSp delSp modSp mod modNotesTx">
        <pc:chgData name="Benjamin Peters" userId="83763c400eb8b5dd" providerId="LiveId" clId="{7AE7A208-551F-4015-BAFA-D67B1C1DCA48}" dt="2026-03-05T23:53:56.336" v="12" actId="478"/>
        <pc:sldMkLst>
          <pc:docMk/>
          <pc:sldMk cId="2952009313" sldId="2565"/>
        </pc:sldMkLst>
        <pc:spChg chg="add del mod">
          <ac:chgData name="Benjamin Peters" userId="83763c400eb8b5dd" providerId="LiveId" clId="{7AE7A208-551F-4015-BAFA-D67B1C1DCA48}" dt="2026-03-05T23:53:56.336" v="12" actId="478"/>
          <ac:spMkLst>
            <pc:docMk/>
            <pc:sldMk cId="2952009313" sldId="2565"/>
            <ac:spMk id="3" creationId="{19513C1D-D42B-C194-EE70-9AD891EE294E}"/>
          </ac:spMkLst>
        </pc:spChg>
        <pc:picChg chg="del">
          <ac:chgData name="Benjamin Peters" userId="83763c400eb8b5dd" providerId="LiveId" clId="{7AE7A208-551F-4015-BAFA-D67B1C1DCA48}" dt="2026-03-05T23:53:50.647" v="11" actId="478"/>
          <ac:picMkLst>
            <pc:docMk/>
            <pc:sldMk cId="2952009313" sldId="2565"/>
            <ac:picMk id="8" creationId="{CC63186A-9416-47B5-B909-DF40EFCDBA09}"/>
          </ac:picMkLst>
        </pc:picChg>
      </pc:sldChg>
      <pc:sldChg chg="modSp mod">
        <pc:chgData name="Benjamin Peters" userId="83763c400eb8b5dd" providerId="LiveId" clId="{7AE7A208-551F-4015-BAFA-D67B1C1DCA48}" dt="2026-03-06T00:44:13.331" v="135" actId="20577"/>
        <pc:sldMkLst>
          <pc:docMk/>
          <pc:sldMk cId="1920828386" sldId="2581"/>
        </pc:sldMkLst>
        <pc:graphicFrameChg chg="mod modGraphic">
          <ac:chgData name="Benjamin Peters" userId="83763c400eb8b5dd" providerId="LiveId" clId="{7AE7A208-551F-4015-BAFA-D67B1C1DCA48}" dt="2026-03-06T00:44:13.331" v="135" actId="20577"/>
          <ac:graphicFrameMkLst>
            <pc:docMk/>
            <pc:sldMk cId="1920828386" sldId="2581"/>
            <ac:graphicFrameMk id="13" creationId="{8F138E80-EDB8-D9FE-C272-4AD44C76D7E0}"/>
          </ac:graphicFrameMkLst>
        </pc:graphicFrameChg>
      </pc:sldChg>
      <pc:sldChg chg="modSp mod">
        <pc:chgData name="Benjamin Peters" userId="83763c400eb8b5dd" providerId="LiveId" clId="{7AE7A208-551F-4015-BAFA-D67B1C1DCA48}" dt="2026-03-06T00:47:43.006" v="345" actId="20577"/>
        <pc:sldMkLst>
          <pc:docMk/>
          <pc:sldMk cId="96027092" sldId="2582"/>
        </pc:sldMkLst>
        <pc:spChg chg="mod">
          <ac:chgData name="Benjamin Peters" userId="83763c400eb8b5dd" providerId="LiveId" clId="{7AE7A208-551F-4015-BAFA-D67B1C1DCA48}" dt="2026-03-06T00:47:43.006" v="345" actId="20577"/>
          <ac:spMkLst>
            <pc:docMk/>
            <pc:sldMk cId="96027092" sldId="2582"/>
            <ac:spMk id="3" creationId="{AC0AE798-FB39-1D18-7EAD-1206324CD3E8}"/>
          </ac:spMkLst>
        </pc:spChg>
        <pc:spChg chg="mod">
          <ac:chgData name="Benjamin Peters" userId="83763c400eb8b5dd" providerId="LiveId" clId="{7AE7A208-551F-4015-BAFA-D67B1C1DCA48}" dt="2026-03-06T00:46:01.875" v="178" actId="1076"/>
          <ac:spMkLst>
            <pc:docMk/>
            <pc:sldMk cId="96027092" sldId="2582"/>
            <ac:spMk id="4" creationId="{7A29D383-6985-97C1-461A-FFF852471C9E}"/>
          </ac:spMkLst>
        </pc:spChg>
        <pc:graphicFrameChg chg="modGraphic">
          <ac:chgData name="Benjamin Peters" userId="83763c400eb8b5dd" providerId="LiveId" clId="{7AE7A208-551F-4015-BAFA-D67B1C1DCA48}" dt="2026-03-06T00:45:58.961" v="177" actId="20577"/>
          <ac:graphicFrameMkLst>
            <pc:docMk/>
            <pc:sldMk cId="96027092" sldId="2582"/>
            <ac:graphicFrameMk id="9" creationId="{D528DF5E-0C41-0286-5B86-1EF6B9F59D7C}"/>
          </ac:graphicFrameMkLst>
        </pc:graphicFrameChg>
      </pc:sldChg>
      <pc:sldChg chg="modSp mod">
        <pc:chgData name="Benjamin Peters" userId="83763c400eb8b5dd" providerId="LiveId" clId="{7AE7A208-551F-4015-BAFA-D67B1C1DCA48}" dt="2026-03-06T00:47:26.885" v="324" actId="20577"/>
        <pc:sldMkLst>
          <pc:docMk/>
          <pc:sldMk cId="1403791682" sldId="2583"/>
        </pc:sldMkLst>
        <pc:spChg chg="mod">
          <ac:chgData name="Benjamin Peters" userId="83763c400eb8b5dd" providerId="LiveId" clId="{7AE7A208-551F-4015-BAFA-D67B1C1DCA48}" dt="2026-03-06T00:47:26.885" v="324" actId="20577"/>
          <ac:spMkLst>
            <pc:docMk/>
            <pc:sldMk cId="1403791682" sldId="2583"/>
            <ac:spMk id="3" creationId="{74A47E4F-88A3-7144-0E43-A88B95C7949F}"/>
          </ac:spMkLst>
        </pc:spChg>
        <pc:spChg chg="mod">
          <ac:chgData name="Benjamin Peters" userId="83763c400eb8b5dd" providerId="LiveId" clId="{7AE7A208-551F-4015-BAFA-D67B1C1DCA48}" dt="2026-03-06T00:47:13.219" v="282" actId="20577"/>
          <ac:spMkLst>
            <pc:docMk/>
            <pc:sldMk cId="1403791682" sldId="2583"/>
            <ac:spMk id="4" creationId="{4D8AFF8A-4940-CE4B-4F1A-8063A1DD1471}"/>
          </ac:spMkLst>
        </pc:spChg>
        <pc:picChg chg="mod">
          <ac:chgData name="Benjamin Peters" userId="83763c400eb8b5dd" providerId="LiveId" clId="{7AE7A208-551F-4015-BAFA-D67B1C1DCA48}" dt="2026-03-06T00:00:22.806" v="108" actId="1076"/>
          <ac:picMkLst>
            <pc:docMk/>
            <pc:sldMk cId="1403791682" sldId="2583"/>
            <ac:picMk id="10" creationId="{88DD358A-906B-9DDC-CD26-0A4323C301A6}"/>
          </ac:picMkLst>
        </pc:picChg>
      </pc:sldChg>
      <pc:sldChg chg="addSp delSp modSp mod">
        <pc:chgData name="Benjamin Peters" userId="83763c400eb8b5dd" providerId="LiveId" clId="{7AE7A208-551F-4015-BAFA-D67B1C1DCA48}" dt="2026-03-06T00:45:43.769" v="156" actId="113"/>
        <pc:sldMkLst>
          <pc:docMk/>
          <pc:sldMk cId="1182142753" sldId="2586"/>
        </pc:sldMkLst>
        <pc:spChg chg="mod">
          <ac:chgData name="Benjamin Peters" userId="83763c400eb8b5dd" providerId="LiveId" clId="{7AE7A208-551F-4015-BAFA-D67B1C1DCA48}" dt="2026-03-06T00:44:33.409" v="149" actId="20577"/>
          <ac:spMkLst>
            <pc:docMk/>
            <pc:sldMk cId="1182142753" sldId="2586"/>
            <ac:spMk id="3" creationId="{C2FCFE17-0B09-721F-E07C-AFBCB6DFA71B}"/>
          </ac:spMkLst>
        </pc:spChg>
        <pc:graphicFrameChg chg="del">
          <ac:chgData name="Benjamin Peters" userId="83763c400eb8b5dd" providerId="LiveId" clId="{7AE7A208-551F-4015-BAFA-D67B1C1DCA48}" dt="2026-03-06T00:45:19.622" v="150" actId="478"/>
          <ac:graphicFrameMkLst>
            <pc:docMk/>
            <pc:sldMk cId="1182142753" sldId="2586"/>
            <ac:graphicFrameMk id="2" creationId="{0A8D57AF-50AA-102C-EAB7-1F47A884B7D3}"/>
          </ac:graphicFrameMkLst>
        </pc:graphicFrameChg>
        <pc:graphicFrameChg chg="add mod">
          <ac:chgData name="Benjamin Peters" userId="83763c400eb8b5dd" providerId="LiveId" clId="{7AE7A208-551F-4015-BAFA-D67B1C1DCA48}" dt="2026-03-06T00:45:43.769" v="156" actId="113"/>
          <ac:graphicFrameMkLst>
            <pc:docMk/>
            <pc:sldMk cId="1182142753" sldId="2586"/>
            <ac:graphicFrameMk id="4" creationId="{0A8D57AF-50AA-102C-EAB7-1F47A884B7D3}"/>
          </ac:graphicFrameMkLst>
        </pc:graphicFrameChg>
      </pc:sldChg>
      <pc:sldChg chg="modNotesTx">
        <pc:chgData name="Benjamin Peters" userId="83763c400eb8b5dd" providerId="LiveId" clId="{7AE7A208-551F-4015-BAFA-D67B1C1DCA48}" dt="2026-03-05T23:45:36.319" v="4" actId="20577"/>
        <pc:sldMkLst>
          <pc:docMk/>
          <pc:sldMk cId="2053575641" sldId="2587"/>
        </pc:sldMkLst>
      </pc:sldChg>
      <pc:sldChg chg="addSp delSp modSp mod">
        <pc:chgData name="Benjamin Peters" userId="83763c400eb8b5dd" providerId="LiveId" clId="{7AE7A208-551F-4015-BAFA-D67B1C1DCA48}" dt="2026-03-05T23:57:45.810" v="14" actId="478"/>
        <pc:sldMkLst>
          <pc:docMk/>
          <pc:sldMk cId="2849668260" sldId="2588"/>
        </pc:sldMkLst>
        <pc:spChg chg="add mod">
          <ac:chgData name="Benjamin Peters" userId="83763c400eb8b5dd" providerId="LiveId" clId="{7AE7A208-551F-4015-BAFA-D67B1C1DCA48}" dt="2026-03-05T23:55:42.827" v="13"/>
          <ac:spMkLst>
            <pc:docMk/>
            <pc:sldMk cId="2849668260" sldId="2588"/>
            <ac:spMk id="2" creationId="{997363BE-EC27-9496-B29B-B4B7E3C39641}"/>
          </ac:spMkLst>
        </pc:spChg>
        <pc:spChg chg="del">
          <ac:chgData name="Benjamin Peters" userId="83763c400eb8b5dd" providerId="LiveId" clId="{7AE7A208-551F-4015-BAFA-D67B1C1DCA48}" dt="2026-03-05T23:57:45.810" v="14" actId="478"/>
          <ac:spMkLst>
            <pc:docMk/>
            <pc:sldMk cId="2849668260" sldId="2588"/>
            <ac:spMk id="5" creationId="{C3AE8653-D852-0103-CB7E-74E518699AF6}"/>
          </ac:spMkLst>
        </pc:spChg>
      </pc:sldChg>
      <pc:sldChg chg="modNotesTx">
        <pc:chgData name="Benjamin Peters" userId="83763c400eb8b5dd" providerId="LiveId" clId="{7AE7A208-551F-4015-BAFA-D67B1C1DCA48}" dt="2026-03-05T23:45:46.478" v="6" actId="20577"/>
        <pc:sldMkLst>
          <pc:docMk/>
          <pc:sldMk cId="3935575859" sldId="2589"/>
        </pc:sldMkLst>
      </pc:sldChg>
      <pc:sldChg chg="modSp mod">
        <pc:chgData name="Benjamin Peters" userId="83763c400eb8b5dd" providerId="LiveId" clId="{7AE7A208-551F-4015-BAFA-D67B1C1DCA48}" dt="2026-03-06T00:46:47.053" v="239" actId="33524"/>
        <pc:sldMkLst>
          <pc:docMk/>
          <pc:sldMk cId="2914104977" sldId="2594"/>
        </pc:sldMkLst>
        <pc:spChg chg="mod">
          <ac:chgData name="Benjamin Peters" userId="83763c400eb8b5dd" providerId="LiveId" clId="{7AE7A208-551F-4015-BAFA-D67B1C1DCA48}" dt="2026-03-06T00:46:47.053" v="239" actId="33524"/>
          <ac:spMkLst>
            <pc:docMk/>
            <pc:sldMk cId="2914104977" sldId="2594"/>
            <ac:spMk id="3" creationId="{19CD9F1E-800B-C2CE-07FD-AB52742BB2E1}"/>
          </ac:spMkLst>
        </pc:spChg>
        <pc:spChg chg="mod">
          <ac:chgData name="Benjamin Peters" userId="83763c400eb8b5dd" providerId="LiveId" clId="{7AE7A208-551F-4015-BAFA-D67B1C1DCA48}" dt="2026-03-06T00:46:10.430" v="180" actId="1076"/>
          <ac:spMkLst>
            <pc:docMk/>
            <pc:sldMk cId="2914104977" sldId="2594"/>
            <ac:spMk id="4" creationId="{AA3B53D9-859E-A794-CCF2-C547A78502EF}"/>
          </ac:spMkLst>
        </pc:spChg>
        <pc:graphicFrameChg chg="mod modGraphic">
          <ac:chgData name="Benjamin Peters" userId="83763c400eb8b5dd" providerId="LiveId" clId="{7AE7A208-551F-4015-BAFA-D67B1C1DCA48}" dt="2026-03-06T00:46:07.283" v="179"/>
          <ac:graphicFrameMkLst>
            <pc:docMk/>
            <pc:sldMk cId="2914104977" sldId="2594"/>
            <ac:graphicFrameMk id="9" creationId="{04ED12A9-B148-1464-EB9B-6C9CFABB1602}"/>
          </ac:graphicFrameMkLst>
        </pc:graphicFrame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file:///C:\Users\benpe\AppData\Roaming\Microsoft\Excel\Book1%20(version%201).xlsb" TargetMode="External"/><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ysClr val="windowText" lastClr="000000"/>
                </a:solidFill>
                <a:latin typeface="+mn-lt"/>
                <a:ea typeface="+mn-ea"/>
                <a:cs typeface="+mn-cs"/>
              </a:defRPr>
            </a:pPr>
            <a:r>
              <a:rPr lang="en-US" b="1" dirty="0"/>
              <a:t>Mean Average Error for Model Evaluation</a:t>
            </a:r>
          </a:p>
        </c:rich>
      </c:tx>
      <c:overlay val="0"/>
      <c:spPr>
        <a:noFill/>
        <a:ln>
          <a:noFill/>
        </a:ln>
        <a:effectLst/>
      </c:spPr>
      <c:txPr>
        <a:bodyPr rot="0" spcFirstLastPara="1" vertOverflow="ellipsis" vert="horz" wrap="square" anchor="ctr" anchorCtr="1"/>
        <a:lstStyle/>
        <a:p>
          <a:pPr>
            <a:defRPr sz="1400" b="0" i="0" u="none" strike="noStrike" kern="1200" spc="0" baseline="0">
              <a:solidFill>
                <a:sysClr val="windowText" lastClr="000000"/>
              </a:solidFill>
              <a:latin typeface="+mn-lt"/>
              <a:ea typeface="+mn-ea"/>
              <a:cs typeface="+mn-cs"/>
            </a:defRPr>
          </a:pPr>
          <a:endParaRPr lang="en-US"/>
        </a:p>
      </c:txPr>
    </c:title>
    <c:autoTitleDeleted val="0"/>
    <c:plotArea>
      <c:layout/>
      <c:barChart>
        <c:barDir val="col"/>
        <c:grouping val="clustered"/>
        <c:varyColors val="0"/>
        <c:ser>
          <c:idx val="0"/>
          <c:order val="0"/>
          <c:spPr>
            <a:solidFill>
              <a:schemeClr val="accent1"/>
            </a:solidFill>
            <a:ln>
              <a:noFill/>
            </a:ln>
            <a:effectLst/>
          </c:spPr>
          <c:invertIfNegative val="0"/>
          <c:cat>
            <c:strRef>
              <c:f>Sheet1!$C$2:$C$7</c:f>
              <c:strCache>
                <c:ptCount val="6"/>
                <c:pt idx="0">
                  <c:v>Linear – Best Fit</c:v>
                </c:pt>
                <c:pt idx="1">
                  <c:v>Linear – Ridge</c:v>
                </c:pt>
                <c:pt idx="2">
                  <c:v>Linear – Lasso</c:v>
                </c:pt>
                <c:pt idx="3">
                  <c:v>Random Forest</c:v>
                </c:pt>
                <c:pt idx="4">
                  <c:v>XGBoost</c:v>
                </c:pt>
                <c:pt idx="5">
                  <c:v>Simple Neural Network</c:v>
                </c:pt>
              </c:strCache>
            </c:strRef>
          </c:cat>
          <c:val>
            <c:numRef>
              <c:f>Sheet1!$D$2:$D$7</c:f>
              <c:numCache>
                <c:formatCode>General</c:formatCode>
                <c:ptCount val="6"/>
                <c:pt idx="0">
                  <c:v>98053</c:v>
                </c:pt>
                <c:pt idx="1">
                  <c:v>96896</c:v>
                </c:pt>
                <c:pt idx="2">
                  <c:v>99996</c:v>
                </c:pt>
                <c:pt idx="3">
                  <c:v>88425</c:v>
                </c:pt>
                <c:pt idx="4">
                  <c:v>82132</c:v>
                </c:pt>
                <c:pt idx="5">
                  <c:v>80114</c:v>
                </c:pt>
              </c:numCache>
            </c:numRef>
          </c:val>
          <c:extLst>
            <c:ext xmlns:c16="http://schemas.microsoft.com/office/drawing/2014/chart" uri="{C3380CC4-5D6E-409C-BE32-E72D297353CC}">
              <c16:uniqueId val="{00000000-A214-42EF-AD96-DC1F22F70D9D}"/>
            </c:ext>
          </c:extLst>
        </c:ser>
        <c:dLbls>
          <c:showLegendKey val="0"/>
          <c:showVal val="0"/>
          <c:showCatName val="0"/>
          <c:showSerName val="0"/>
          <c:showPercent val="0"/>
          <c:showBubbleSize val="0"/>
        </c:dLbls>
        <c:gapWidth val="219"/>
        <c:overlap val="-27"/>
        <c:axId val="778060288"/>
        <c:axId val="778062688"/>
      </c:barChart>
      <c:catAx>
        <c:axId val="778060288"/>
        <c:scaling>
          <c:orientation val="minMax"/>
        </c:scaling>
        <c:delete val="0"/>
        <c:axPos val="b"/>
        <c:title>
          <c:tx>
            <c:rich>
              <a:bodyPr rot="0" spcFirstLastPara="1" vertOverflow="ellipsis" vert="horz" wrap="square" anchor="ctr" anchorCtr="1"/>
              <a:lstStyle/>
              <a:p>
                <a:pPr>
                  <a:defRPr sz="1000" b="0" i="0" u="none" strike="noStrike" kern="1200" baseline="0">
                    <a:solidFill>
                      <a:sysClr val="windowText" lastClr="000000"/>
                    </a:solidFill>
                    <a:latin typeface="+mn-lt"/>
                    <a:ea typeface="+mn-ea"/>
                    <a:cs typeface="+mn-cs"/>
                  </a:defRPr>
                </a:pPr>
                <a:r>
                  <a:rPr lang="en-US"/>
                  <a:t>Model</a:t>
                </a:r>
              </a:p>
            </c:rich>
          </c:tx>
          <c:overlay val="0"/>
          <c:spPr>
            <a:noFill/>
            <a:ln>
              <a:noFill/>
            </a:ln>
            <a:effectLst/>
          </c:spPr>
          <c:txPr>
            <a:bodyPr rot="0" spcFirstLastPara="1" vertOverflow="ellipsis" vert="horz" wrap="square" anchor="ctr" anchorCtr="1"/>
            <a:lstStyle/>
            <a:p>
              <a:pPr>
                <a:defRPr sz="1000" b="0" i="0" u="none" strike="noStrike" kern="1200" baseline="0">
                  <a:solidFill>
                    <a:sysClr val="windowText" lastClr="000000"/>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ysClr val="windowText" lastClr="000000"/>
                </a:solidFill>
                <a:latin typeface="+mn-lt"/>
                <a:ea typeface="+mn-ea"/>
                <a:cs typeface="+mn-cs"/>
              </a:defRPr>
            </a:pPr>
            <a:endParaRPr lang="en-US"/>
          </a:p>
        </c:txPr>
        <c:crossAx val="778062688"/>
        <c:crosses val="autoZero"/>
        <c:auto val="1"/>
        <c:lblAlgn val="ctr"/>
        <c:lblOffset val="100"/>
        <c:noMultiLvlLbl val="0"/>
      </c:catAx>
      <c:valAx>
        <c:axId val="778062688"/>
        <c:scaling>
          <c:orientation val="minMax"/>
          <c:max val="100000"/>
          <c:min val="50000"/>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ysClr val="windowText" lastClr="000000"/>
                    </a:solidFill>
                    <a:latin typeface="+mn-lt"/>
                    <a:ea typeface="+mn-ea"/>
                    <a:cs typeface="+mn-cs"/>
                  </a:defRPr>
                </a:pPr>
                <a:r>
                  <a:rPr lang="en-US"/>
                  <a:t>Mean Average Error ($)</a:t>
                </a:r>
              </a:p>
            </c:rich>
          </c:tx>
          <c:overlay val="0"/>
          <c:spPr>
            <a:noFill/>
            <a:ln>
              <a:noFill/>
            </a:ln>
            <a:effectLst/>
          </c:spPr>
          <c:txPr>
            <a:bodyPr rot="-5400000" spcFirstLastPara="1" vertOverflow="ellipsis" vert="horz" wrap="square" anchor="ctr" anchorCtr="1"/>
            <a:lstStyle/>
            <a:p>
              <a:pPr>
                <a:defRPr sz="1000" b="0" i="0" u="none" strike="noStrike" kern="1200" baseline="0">
                  <a:solidFill>
                    <a:sysClr val="windowText" lastClr="000000"/>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ysClr val="windowText" lastClr="000000"/>
                </a:solidFill>
                <a:latin typeface="+mn-lt"/>
                <a:ea typeface="+mn-ea"/>
                <a:cs typeface="+mn-cs"/>
              </a:defRPr>
            </a:pPr>
            <a:endParaRPr lang="en-US"/>
          </a:p>
        </c:txPr>
        <c:crossAx val="778060288"/>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a:noFill/>
    </a:ln>
    <a:effectLst/>
  </c:spPr>
  <c:txPr>
    <a:bodyPr/>
    <a:lstStyle/>
    <a:p>
      <a:pPr>
        <a:defRPr>
          <a:solidFill>
            <a:sysClr val="windowText" lastClr="000000"/>
          </a:solidFill>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A710179-298A-4D8C-9C58-26011533E9FA}" type="doc">
      <dgm:prSet loTypeId="urn:microsoft.com/office/officeart/2005/8/layout/hierarchy6" loCatId="hierarchy" qsTypeId="urn:microsoft.com/office/officeart/2005/8/quickstyle/simple1" qsCatId="simple" csTypeId="urn:microsoft.com/office/officeart/2005/8/colors/accent1_2" csCatId="accent1" phldr="1"/>
      <dgm:spPr/>
      <dgm:t>
        <a:bodyPr/>
        <a:lstStyle/>
        <a:p>
          <a:endParaRPr lang="en-US"/>
        </a:p>
      </dgm:t>
    </dgm:pt>
    <dgm:pt modelId="{930C7823-5C49-4436-8D79-CC07FF6BB2A9}">
      <dgm:prSet phldrT="[Text]" phldr="0"/>
      <dgm:spPr/>
      <dgm:t>
        <a:bodyPr/>
        <a:lstStyle/>
        <a:p>
          <a:r>
            <a:rPr lang="en-US" dirty="0"/>
            <a:t>Removing Null Values and Specific Features</a:t>
          </a:r>
        </a:p>
      </dgm:t>
    </dgm:pt>
    <dgm:pt modelId="{40355D4E-01A2-46EB-8898-F62B2E84E60B}" type="parTrans" cxnId="{80FC09D7-6946-4A38-9B4A-4FE15DEA2F61}">
      <dgm:prSet/>
      <dgm:spPr/>
      <dgm:t>
        <a:bodyPr/>
        <a:lstStyle/>
        <a:p>
          <a:endParaRPr lang="en-US"/>
        </a:p>
      </dgm:t>
    </dgm:pt>
    <dgm:pt modelId="{6BDCCC2E-6328-4BE1-B6F5-C1CFD6CF02B2}" type="sibTrans" cxnId="{80FC09D7-6946-4A38-9B4A-4FE15DEA2F61}">
      <dgm:prSet/>
      <dgm:spPr/>
      <dgm:t>
        <a:bodyPr/>
        <a:lstStyle/>
        <a:p>
          <a:endParaRPr lang="en-US"/>
        </a:p>
      </dgm:t>
    </dgm:pt>
    <dgm:pt modelId="{E1BC1E29-A11E-4033-B631-F42F8E156B98}">
      <dgm:prSet phldrT="[Text]" phldr="0"/>
      <dgm:spPr/>
      <dgm:t>
        <a:bodyPr/>
        <a:lstStyle/>
        <a:p>
          <a:r>
            <a:rPr lang="en-US" dirty="0"/>
            <a:t>Feature/Price Correlation</a:t>
          </a:r>
        </a:p>
      </dgm:t>
    </dgm:pt>
    <dgm:pt modelId="{940EFFDB-86ED-4849-8712-8FC3F3AA936F}" type="parTrans" cxnId="{A7E1835A-6992-4CA1-BD0B-098373307881}">
      <dgm:prSet/>
      <dgm:spPr/>
      <dgm:t>
        <a:bodyPr/>
        <a:lstStyle/>
        <a:p>
          <a:endParaRPr lang="en-US"/>
        </a:p>
      </dgm:t>
    </dgm:pt>
    <dgm:pt modelId="{6D33A5EB-B572-4B19-99BC-499030FBA70F}" type="sibTrans" cxnId="{A7E1835A-6992-4CA1-BD0B-098373307881}">
      <dgm:prSet/>
      <dgm:spPr/>
      <dgm:t>
        <a:bodyPr/>
        <a:lstStyle/>
        <a:p>
          <a:endParaRPr lang="en-US"/>
        </a:p>
      </dgm:t>
    </dgm:pt>
    <dgm:pt modelId="{DFE91115-0C2C-4385-A9AD-E234442E9277}">
      <dgm:prSet phldrT="[Text]" phldr="0"/>
      <dgm:spPr/>
      <dgm:t>
        <a:bodyPr/>
        <a:lstStyle/>
        <a:p>
          <a:r>
            <a:rPr lang="en-US" dirty="0"/>
            <a:t>Linear</a:t>
          </a:r>
        </a:p>
      </dgm:t>
    </dgm:pt>
    <dgm:pt modelId="{15FF40F2-852E-4898-8D9D-D7BC58FFC3B8}" type="parTrans" cxnId="{11A75FED-DC50-4C83-8A72-DEFFC22CE153}">
      <dgm:prSet/>
      <dgm:spPr/>
      <dgm:t>
        <a:bodyPr/>
        <a:lstStyle/>
        <a:p>
          <a:endParaRPr lang="en-US"/>
        </a:p>
      </dgm:t>
    </dgm:pt>
    <dgm:pt modelId="{3530264B-A583-4161-BB0D-FC562A00CC24}" type="sibTrans" cxnId="{11A75FED-DC50-4C83-8A72-DEFFC22CE153}">
      <dgm:prSet/>
      <dgm:spPr/>
      <dgm:t>
        <a:bodyPr/>
        <a:lstStyle/>
        <a:p>
          <a:endParaRPr lang="en-US"/>
        </a:p>
      </dgm:t>
    </dgm:pt>
    <dgm:pt modelId="{F24C48C7-E987-4C50-8FCF-8F3D09321EC5}">
      <dgm:prSet phldrT="[Text]" phldr="0"/>
      <dgm:spPr/>
      <dgm:t>
        <a:bodyPr/>
        <a:lstStyle/>
        <a:p>
          <a:r>
            <a:rPr lang="en-US" dirty="0"/>
            <a:t>Data Cleanup</a:t>
          </a:r>
        </a:p>
      </dgm:t>
    </dgm:pt>
    <dgm:pt modelId="{E706E666-D2C2-41E6-889C-EEB41B94C8A9}" type="parTrans" cxnId="{E91261FC-4583-47EA-98A5-26CE471D06FE}">
      <dgm:prSet/>
      <dgm:spPr/>
      <dgm:t>
        <a:bodyPr/>
        <a:lstStyle/>
        <a:p>
          <a:endParaRPr lang="en-US"/>
        </a:p>
      </dgm:t>
    </dgm:pt>
    <dgm:pt modelId="{5A699C55-CD63-4097-A162-A88F2DF8DE96}" type="sibTrans" cxnId="{E91261FC-4583-47EA-98A5-26CE471D06FE}">
      <dgm:prSet/>
      <dgm:spPr/>
      <dgm:t>
        <a:bodyPr/>
        <a:lstStyle/>
        <a:p>
          <a:endParaRPr lang="en-US"/>
        </a:p>
      </dgm:t>
    </dgm:pt>
    <dgm:pt modelId="{55FD6444-2FE2-41B2-AE7F-7EA8C2B3C7C6}">
      <dgm:prSet phldrT="[Text]" phldr="0"/>
      <dgm:spPr/>
      <dgm:t>
        <a:bodyPr/>
        <a:lstStyle/>
        <a:p>
          <a:r>
            <a:rPr lang="en-US" dirty="0"/>
            <a:t>Initial Data Analysis</a:t>
          </a:r>
        </a:p>
      </dgm:t>
    </dgm:pt>
    <dgm:pt modelId="{4509C996-574D-4182-916B-FE8DC477B2B1}" type="parTrans" cxnId="{8C6BF8D9-DEDE-4690-AEDD-E6072AC0C5B7}">
      <dgm:prSet/>
      <dgm:spPr/>
      <dgm:t>
        <a:bodyPr/>
        <a:lstStyle/>
        <a:p>
          <a:endParaRPr lang="en-US"/>
        </a:p>
      </dgm:t>
    </dgm:pt>
    <dgm:pt modelId="{B0E51A3E-668E-4AC7-B478-79A20725D5AE}" type="sibTrans" cxnId="{8C6BF8D9-DEDE-4690-AEDD-E6072AC0C5B7}">
      <dgm:prSet/>
      <dgm:spPr/>
      <dgm:t>
        <a:bodyPr/>
        <a:lstStyle/>
        <a:p>
          <a:endParaRPr lang="en-US"/>
        </a:p>
      </dgm:t>
    </dgm:pt>
    <dgm:pt modelId="{25D0C31F-2B70-4BBE-9D1B-3F2669FAC68C}">
      <dgm:prSet phldrT="[Text]" phldr="0"/>
      <dgm:spPr/>
      <dgm:t>
        <a:bodyPr/>
        <a:lstStyle/>
        <a:p>
          <a:r>
            <a:rPr lang="en-US" dirty="0"/>
            <a:t>Modeling</a:t>
          </a:r>
        </a:p>
      </dgm:t>
    </dgm:pt>
    <dgm:pt modelId="{7A776B35-D8E6-4459-8FB7-83EAF1C6D98F}" type="parTrans" cxnId="{CA149BF9-0525-45C9-8DDA-640557489D48}">
      <dgm:prSet/>
      <dgm:spPr/>
      <dgm:t>
        <a:bodyPr/>
        <a:lstStyle/>
        <a:p>
          <a:endParaRPr lang="en-US"/>
        </a:p>
      </dgm:t>
    </dgm:pt>
    <dgm:pt modelId="{CCEA63D6-0EDC-4E17-9D08-0FCE430F48AD}" type="sibTrans" cxnId="{CA149BF9-0525-45C9-8DDA-640557489D48}">
      <dgm:prSet/>
      <dgm:spPr/>
      <dgm:t>
        <a:bodyPr/>
        <a:lstStyle/>
        <a:p>
          <a:endParaRPr lang="en-US"/>
        </a:p>
      </dgm:t>
    </dgm:pt>
    <dgm:pt modelId="{5AC5493D-133B-4918-8924-641AA33D3FD1}">
      <dgm:prSet phldrT="[Text]" phldr="0"/>
      <dgm:spPr/>
      <dgm:t>
        <a:bodyPr/>
        <a:lstStyle/>
        <a:p>
          <a:r>
            <a:rPr lang="en-US" dirty="0"/>
            <a:t>Random Forest</a:t>
          </a:r>
        </a:p>
      </dgm:t>
    </dgm:pt>
    <dgm:pt modelId="{DBD8B99C-2856-4165-8886-991DBD5B9CE9}" type="parTrans" cxnId="{9A131ADF-C470-4C66-A6E7-54317F39AB2A}">
      <dgm:prSet/>
      <dgm:spPr/>
      <dgm:t>
        <a:bodyPr/>
        <a:lstStyle/>
        <a:p>
          <a:endParaRPr lang="en-US"/>
        </a:p>
      </dgm:t>
    </dgm:pt>
    <dgm:pt modelId="{D266D40F-2CBF-421F-BA3A-6C3B5789B0DB}" type="sibTrans" cxnId="{9A131ADF-C470-4C66-A6E7-54317F39AB2A}">
      <dgm:prSet/>
      <dgm:spPr/>
      <dgm:t>
        <a:bodyPr/>
        <a:lstStyle/>
        <a:p>
          <a:endParaRPr lang="en-US"/>
        </a:p>
      </dgm:t>
    </dgm:pt>
    <dgm:pt modelId="{F52BC77B-23FD-4A59-A89B-6C0D038CF672}">
      <dgm:prSet phldrT="[Text]" phldr="0"/>
      <dgm:spPr/>
      <dgm:t>
        <a:bodyPr/>
        <a:lstStyle/>
        <a:p>
          <a:r>
            <a:rPr lang="en-US" dirty="0" err="1"/>
            <a:t>XGBoost</a:t>
          </a:r>
          <a:endParaRPr lang="en-US" dirty="0"/>
        </a:p>
      </dgm:t>
    </dgm:pt>
    <dgm:pt modelId="{F86BF21E-1320-42A3-9E86-6ECC3FA99EAF}" type="parTrans" cxnId="{F3272ABC-CE67-42C0-91D0-4AC201C723D1}">
      <dgm:prSet/>
      <dgm:spPr/>
      <dgm:t>
        <a:bodyPr/>
        <a:lstStyle/>
        <a:p>
          <a:endParaRPr lang="en-US"/>
        </a:p>
      </dgm:t>
    </dgm:pt>
    <dgm:pt modelId="{EF997CDA-73D7-4608-82E3-42A7CDF0B0C2}" type="sibTrans" cxnId="{F3272ABC-CE67-42C0-91D0-4AC201C723D1}">
      <dgm:prSet/>
      <dgm:spPr/>
      <dgm:t>
        <a:bodyPr/>
        <a:lstStyle/>
        <a:p>
          <a:endParaRPr lang="en-US"/>
        </a:p>
      </dgm:t>
    </dgm:pt>
    <dgm:pt modelId="{9368BB41-1543-4E76-99F0-1AA63584DD07}">
      <dgm:prSet phldrT="[Text]" phldr="0"/>
      <dgm:spPr/>
      <dgm:t>
        <a:bodyPr/>
        <a:lstStyle/>
        <a:p>
          <a:r>
            <a:rPr lang="en-US" dirty="0"/>
            <a:t>Simple Neural Network </a:t>
          </a:r>
        </a:p>
      </dgm:t>
    </dgm:pt>
    <dgm:pt modelId="{3FF3E7B1-E8D5-4A6C-9633-A00DDC0F6CCC}" type="parTrans" cxnId="{EA9E2EA6-07E3-4521-9257-3907D40A17E5}">
      <dgm:prSet/>
      <dgm:spPr/>
      <dgm:t>
        <a:bodyPr/>
        <a:lstStyle/>
        <a:p>
          <a:endParaRPr lang="en-US"/>
        </a:p>
      </dgm:t>
    </dgm:pt>
    <dgm:pt modelId="{0F371FA0-DC1B-4DD7-8147-BFAD8A646DC9}" type="sibTrans" cxnId="{EA9E2EA6-07E3-4521-9257-3907D40A17E5}">
      <dgm:prSet/>
      <dgm:spPr/>
      <dgm:t>
        <a:bodyPr/>
        <a:lstStyle/>
        <a:p>
          <a:endParaRPr lang="en-US"/>
        </a:p>
      </dgm:t>
    </dgm:pt>
    <dgm:pt modelId="{AB432482-8293-40A5-8109-BEE12744577A}" type="pres">
      <dgm:prSet presAssocID="{1A710179-298A-4D8C-9C58-26011533E9FA}" presName="mainComposite" presStyleCnt="0">
        <dgm:presLayoutVars>
          <dgm:chPref val="1"/>
          <dgm:dir/>
          <dgm:animOne val="branch"/>
          <dgm:animLvl val="lvl"/>
          <dgm:resizeHandles val="exact"/>
        </dgm:presLayoutVars>
      </dgm:prSet>
      <dgm:spPr/>
    </dgm:pt>
    <dgm:pt modelId="{6971C5FD-3C84-4BCA-BE44-10FD877D9C50}" type="pres">
      <dgm:prSet presAssocID="{1A710179-298A-4D8C-9C58-26011533E9FA}" presName="hierFlow" presStyleCnt="0"/>
      <dgm:spPr/>
    </dgm:pt>
    <dgm:pt modelId="{CE1C3993-1059-4E69-A407-51C0544048A9}" type="pres">
      <dgm:prSet presAssocID="{1A710179-298A-4D8C-9C58-26011533E9FA}" presName="firstBuf" presStyleCnt="0"/>
      <dgm:spPr/>
    </dgm:pt>
    <dgm:pt modelId="{9B86047D-6240-4A29-88F5-E1AF3EAFD08B}" type="pres">
      <dgm:prSet presAssocID="{1A710179-298A-4D8C-9C58-26011533E9FA}" presName="hierChild1" presStyleCnt="0">
        <dgm:presLayoutVars>
          <dgm:chPref val="1"/>
          <dgm:animOne val="branch"/>
          <dgm:animLvl val="lvl"/>
        </dgm:presLayoutVars>
      </dgm:prSet>
      <dgm:spPr/>
    </dgm:pt>
    <dgm:pt modelId="{68BB7C82-5F7A-4A02-8D22-1F3B148712E1}" type="pres">
      <dgm:prSet presAssocID="{930C7823-5C49-4436-8D79-CC07FF6BB2A9}" presName="Name14" presStyleCnt="0"/>
      <dgm:spPr/>
    </dgm:pt>
    <dgm:pt modelId="{5E3D4BF3-C297-483D-B3D2-7209511D5297}" type="pres">
      <dgm:prSet presAssocID="{930C7823-5C49-4436-8D79-CC07FF6BB2A9}" presName="level1Shape" presStyleLbl="node0" presStyleIdx="0" presStyleCnt="1">
        <dgm:presLayoutVars>
          <dgm:chPref val="3"/>
        </dgm:presLayoutVars>
      </dgm:prSet>
      <dgm:spPr/>
    </dgm:pt>
    <dgm:pt modelId="{65DDE7C2-7BE0-48E2-953C-496452830B72}" type="pres">
      <dgm:prSet presAssocID="{930C7823-5C49-4436-8D79-CC07FF6BB2A9}" presName="hierChild2" presStyleCnt="0"/>
      <dgm:spPr/>
    </dgm:pt>
    <dgm:pt modelId="{1FA66BE7-46D9-41E8-8F29-3F339DEBE206}" type="pres">
      <dgm:prSet presAssocID="{940EFFDB-86ED-4849-8712-8FC3F3AA936F}" presName="Name19" presStyleLbl="parChTrans1D2" presStyleIdx="0" presStyleCnt="1"/>
      <dgm:spPr/>
    </dgm:pt>
    <dgm:pt modelId="{A7A6F209-A5A3-46FC-8492-FF57C73A2796}" type="pres">
      <dgm:prSet presAssocID="{E1BC1E29-A11E-4033-B631-F42F8E156B98}" presName="Name21" presStyleCnt="0"/>
      <dgm:spPr/>
    </dgm:pt>
    <dgm:pt modelId="{990BBFB0-85E3-47A4-8218-97510E340ECB}" type="pres">
      <dgm:prSet presAssocID="{E1BC1E29-A11E-4033-B631-F42F8E156B98}" presName="level2Shape" presStyleLbl="node2" presStyleIdx="0" presStyleCnt="1"/>
      <dgm:spPr/>
    </dgm:pt>
    <dgm:pt modelId="{5DEE8AD3-B984-4518-92B8-65AF5978E26E}" type="pres">
      <dgm:prSet presAssocID="{E1BC1E29-A11E-4033-B631-F42F8E156B98}" presName="hierChild3" presStyleCnt="0"/>
      <dgm:spPr/>
    </dgm:pt>
    <dgm:pt modelId="{2F696EDD-DFFC-48B7-B363-9077028CE025}" type="pres">
      <dgm:prSet presAssocID="{15FF40F2-852E-4898-8D9D-D7BC58FFC3B8}" presName="Name19" presStyleLbl="parChTrans1D3" presStyleIdx="0" presStyleCnt="4"/>
      <dgm:spPr/>
    </dgm:pt>
    <dgm:pt modelId="{DFCBE3B6-67D9-4A67-86AA-C9FD1FEA022A}" type="pres">
      <dgm:prSet presAssocID="{DFE91115-0C2C-4385-A9AD-E234442E9277}" presName="Name21" presStyleCnt="0"/>
      <dgm:spPr/>
    </dgm:pt>
    <dgm:pt modelId="{120B669F-1D25-4A8E-B0A4-F1CE6BB1AEE0}" type="pres">
      <dgm:prSet presAssocID="{DFE91115-0C2C-4385-A9AD-E234442E9277}" presName="level2Shape" presStyleLbl="node3" presStyleIdx="0" presStyleCnt="4"/>
      <dgm:spPr/>
    </dgm:pt>
    <dgm:pt modelId="{FAC57133-2836-4F06-AEBD-E9FB127BD68B}" type="pres">
      <dgm:prSet presAssocID="{DFE91115-0C2C-4385-A9AD-E234442E9277}" presName="hierChild3" presStyleCnt="0"/>
      <dgm:spPr/>
    </dgm:pt>
    <dgm:pt modelId="{F1A335A8-09DC-4637-B0BC-BAD91F94B0BB}" type="pres">
      <dgm:prSet presAssocID="{DBD8B99C-2856-4165-8886-991DBD5B9CE9}" presName="Name19" presStyleLbl="parChTrans1D3" presStyleIdx="1" presStyleCnt="4"/>
      <dgm:spPr/>
    </dgm:pt>
    <dgm:pt modelId="{4FF156B3-510A-4F3E-916B-846F06B2FB67}" type="pres">
      <dgm:prSet presAssocID="{5AC5493D-133B-4918-8924-641AA33D3FD1}" presName="Name21" presStyleCnt="0"/>
      <dgm:spPr/>
    </dgm:pt>
    <dgm:pt modelId="{B0781AD3-2017-4E67-9AAC-CF69A1492D43}" type="pres">
      <dgm:prSet presAssocID="{5AC5493D-133B-4918-8924-641AA33D3FD1}" presName="level2Shape" presStyleLbl="node3" presStyleIdx="1" presStyleCnt="4"/>
      <dgm:spPr/>
    </dgm:pt>
    <dgm:pt modelId="{807E9704-B06A-4283-98D0-E37EC72F0809}" type="pres">
      <dgm:prSet presAssocID="{5AC5493D-133B-4918-8924-641AA33D3FD1}" presName="hierChild3" presStyleCnt="0"/>
      <dgm:spPr/>
    </dgm:pt>
    <dgm:pt modelId="{52616D5C-ED52-4255-90A3-CFDFCA8B4A1B}" type="pres">
      <dgm:prSet presAssocID="{F86BF21E-1320-42A3-9E86-6ECC3FA99EAF}" presName="Name19" presStyleLbl="parChTrans1D3" presStyleIdx="2" presStyleCnt="4"/>
      <dgm:spPr/>
    </dgm:pt>
    <dgm:pt modelId="{2D071B43-97DD-4E9C-B943-28CE0120CEE9}" type="pres">
      <dgm:prSet presAssocID="{F52BC77B-23FD-4A59-A89B-6C0D038CF672}" presName="Name21" presStyleCnt="0"/>
      <dgm:spPr/>
    </dgm:pt>
    <dgm:pt modelId="{025D6C40-AA81-496D-B950-F73945E4861C}" type="pres">
      <dgm:prSet presAssocID="{F52BC77B-23FD-4A59-A89B-6C0D038CF672}" presName="level2Shape" presStyleLbl="node3" presStyleIdx="2" presStyleCnt="4"/>
      <dgm:spPr/>
    </dgm:pt>
    <dgm:pt modelId="{E1C57D5C-EAE2-4F10-AFCC-52FCB6C6170F}" type="pres">
      <dgm:prSet presAssocID="{F52BC77B-23FD-4A59-A89B-6C0D038CF672}" presName="hierChild3" presStyleCnt="0"/>
      <dgm:spPr/>
    </dgm:pt>
    <dgm:pt modelId="{7D9177EE-C9E3-4F94-9114-1A8096AEFFEA}" type="pres">
      <dgm:prSet presAssocID="{3FF3E7B1-E8D5-4A6C-9633-A00DDC0F6CCC}" presName="Name19" presStyleLbl="parChTrans1D3" presStyleIdx="3" presStyleCnt="4"/>
      <dgm:spPr/>
    </dgm:pt>
    <dgm:pt modelId="{3281E7CD-F8FB-4D1B-844F-31D691359429}" type="pres">
      <dgm:prSet presAssocID="{9368BB41-1543-4E76-99F0-1AA63584DD07}" presName="Name21" presStyleCnt="0"/>
      <dgm:spPr/>
    </dgm:pt>
    <dgm:pt modelId="{BADDD117-B5D2-4507-A1C6-1EB2F64D0D5B}" type="pres">
      <dgm:prSet presAssocID="{9368BB41-1543-4E76-99F0-1AA63584DD07}" presName="level2Shape" presStyleLbl="node3" presStyleIdx="3" presStyleCnt="4"/>
      <dgm:spPr/>
    </dgm:pt>
    <dgm:pt modelId="{BD09614B-E99D-48F1-82C0-AA909F899FA0}" type="pres">
      <dgm:prSet presAssocID="{9368BB41-1543-4E76-99F0-1AA63584DD07}" presName="hierChild3" presStyleCnt="0"/>
      <dgm:spPr/>
    </dgm:pt>
    <dgm:pt modelId="{F3073AC0-EEAA-4FF8-9A83-AC967D0C411B}" type="pres">
      <dgm:prSet presAssocID="{1A710179-298A-4D8C-9C58-26011533E9FA}" presName="bgShapesFlow" presStyleCnt="0"/>
      <dgm:spPr/>
    </dgm:pt>
    <dgm:pt modelId="{0ABF15E7-7E2E-4029-9B14-D68FA8EFFA39}" type="pres">
      <dgm:prSet presAssocID="{F24C48C7-E987-4C50-8FCF-8F3D09321EC5}" presName="rectComp" presStyleCnt="0"/>
      <dgm:spPr/>
    </dgm:pt>
    <dgm:pt modelId="{DB8EFC1B-9ACF-43E6-9AA5-A4967013EBAC}" type="pres">
      <dgm:prSet presAssocID="{F24C48C7-E987-4C50-8FCF-8F3D09321EC5}" presName="bgRect" presStyleLbl="bgShp" presStyleIdx="0" presStyleCnt="3"/>
      <dgm:spPr/>
    </dgm:pt>
    <dgm:pt modelId="{CA1E0137-053E-4912-8B58-6EF91A79859A}" type="pres">
      <dgm:prSet presAssocID="{F24C48C7-E987-4C50-8FCF-8F3D09321EC5}" presName="bgRectTx" presStyleLbl="bgShp" presStyleIdx="0" presStyleCnt="3">
        <dgm:presLayoutVars>
          <dgm:bulletEnabled val="1"/>
        </dgm:presLayoutVars>
      </dgm:prSet>
      <dgm:spPr/>
    </dgm:pt>
    <dgm:pt modelId="{5F19FFE1-1391-4042-A339-87123FAD5449}" type="pres">
      <dgm:prSet presAssocID="{F24C48C7-E987-4C50-8FCF-8F3D09321EC5}" presName="spComp" presStyleCnt="0"/>
      <dgm:spPr/>
    </dgm:pt>
    <dgm:pt modelId="{8FA3BB3E-1E0F-4ECD-AE7B-022748FA1F0A}" type="pres">
      <dgm:prSet presAssocID="{F24C48C7-E987-4C50-8FCF-8F3D09321EC5}" presName="vSp" presStyleCnt="0"/>
      <dgm:spPr/>
    </dgm:pt>
    <dgm:pt modelId="{DE9D1AEF-CE37-4D10-B4FA-00B1C8611448}" type="pres">
      <dgm:prSet presAssocID="{55FD6444-2FE2-41B2-AE7F-7EA8C2B3C7C6}" presName="rectComp" presStyleCnt="0"/>
      <dgm:spPr/>
    </dgm:pt>
    <dgm:pt modelId="{7F0310A9-0660-4907-8A8B-30C02BFCE29E}" type="pres">
      <dgm:prSet presAssocID="{55FD6444-2FE2-41B2-AE7F-7EA8C2B3C7C6}" presName="bgRect" presStyleLbl="bgShp" presStyleIdx="1" presStyleCnt="3"/>
      <dgm:spPr/>
    </dgm:pt>
    <dgm:pt modelId="{F2CF0734-69FF-4D39-AF46-AA3D13FB87E9}" type="pres">
      <dgm:prSet presAssocID="{55FD6444-2FE2-41B2-AE7F-7EA8C2B3C7C6}" presName="bgRectTx" presStyleLbl="bgShp" presStyleIdx="1" presStyleCnt="3">
        <dgm:presLayoutVars>
          <dgm:bulletEnabled val="1"/>
        </dgm:presLayoutVars>
      </dgm:prSet>
      <dgm:spPr/>
    </dgm:pt>
    <dgm:pt modelId="{FBB4E7AC-FB76-4861-B889-943BBFF16B76}" type="pres">
      <dgm:prSet presAssocID="{55FD6444-2FE2-41B2-AE7F-7EA8C2B3C7C6}" presName="spComp" presStyleCnt="0"/>
      <dgm:spPr/>
    </dgm:pt>
    <dgm:pt modelId="{E53819A6-D494-4D71-BCDD-74FA7E44C7F2}" type="pres">
      <dgm:prSet presAssocID="{55FD6444-2FE2-41B2-AE7F-7EA8C2B3C7C6}" presName="vSp" presStyleCnt="0"/>
      <dgm:spPr/>
    </dgm:pt>
    <dgm:pt modelId="{6B605B1A-C287-421F-87E5-1761F238848F}" type="pres">
      <dgm:prSet presAssocID="{25D0C31F-2B70-4BBE-9D1B-3F2669FAC68C}" presName="rectComp" presStyleCnt="0"/>
      <dgm:spPr/>
    </dgm:pt>
    <dgm:pt modelId="{3720182C-2518-4F35-B430-A470E53453B1}" type="pres">
      <dgm:prSet presAssocID="{25D0C31F-2B70-4BBE-9D1B-3F2669FAC68C}" presName="bgRect" presStyleLbl="bgShp" presStyleIdx="2" presStyleCnt="3"/>
      <dgm:spPr/>
    </dgm:pt>
    <dgm:pt modelId="{C63075C9-7B94-4987-BA70-747713ECC386}" type="pres">
      <dgm:prSet presAssocID="{25D0C31F-2B70-4BBE-9D1B-3F2669FAC68C}" presName="bgRectTx" presStyleLbl="bgShp" presStyleIdx="2" presStyleCnt="3">
        <dgm:presLayoutVars>
          <dgm:bulletEnabled val="1"/>
        </dgm:presLayoutVars>
      </dgm:prSet>
      <dgm:spPr/>
    </dgm:pt>
  </dgm:ptLst>
  <dgm:cxnLst>
    <dgm:cxn modelId="{6C272E0C-A5CA-40AF-9037-190962F10BC1}" type="presOf" srcId="{F86BF21E-1320-42A3-9E86-6ECC3FA99EAF}" destId="{52616D5C-ED52-4255-90A3-CFDFCA8B4A1B}" srcOrd="0" destOrd="0" presId="urn:microsoft.com/office/officeart/2005/8/layout/hierarchy6"/>
    <dgm:cxn modelId="{76D82F23-A059-4A42-96A3-0A758B1D54BA}" type="presOf" srcId="{F52BC77B-23FD-4A59-A89B-6C0D038CF672}" destId="{025D6C40-AA81-496D-B950-F73945E4861C}" srcOrd="0" destOrd="0" presId="urn:microsoft.com/office/officeart/2005/8/layout/hierarchy6"/>
    <dgm:cxn modelId="{6CE14223-0E34-4D6F-AB6C-B466B85AD939}" type="presOf" srcId="{55FD6444-2FE2-41B2-AE7F-7EA8C2B3C7C6}" destId="{F2CF0734-69FF-4D39-AF46-AA3D13FB87E9}" srcOrd="1" destOrd="0" presId="urn:microsoft.com/office/officeart/2005/8/layout/hierarchy6"/>
    <dgm:cxn modelId="{2B9CF829-2D7B-40C8-B5A4-20EE9ED35230}" type="presOf" srcId="{9368BB41-1543-4E76-99F0-1AA63584DD07}" destId="{BADDD117-B5D2-4507-A1C6-1EB2F64D0D5B}" srcOrd="0" destOrd="0" presId="urn:microsoft.com/office/officeart/2005/8/layout/hierarchy6"/>
    <dgm:cxn modelId="{E423602A-FF7F-4C1B-8B78-9669F5C7022F}" type="presOf" srcId="{DFE91115-0C2C-4385-A9AD-E234442E9277}" destId="{120B669F-1D25-4A8E-B0A4-F1CE6BB1AEE0}" srcOrd="0" destOrd="0" presId="urn:microsoft.com/office/officeart/2005/8/layout/hierarchy6"/>
    <dgm:cxn modelId="{FDA29746-6607-4EE1-B49B-9055A4B472CF}" type="presOf" srcId="{25D0C31F-2B70-4BBE-9D1B-3F2669FAC68C}" destId="{3720182C-2518-4F35-B430-A470E53453B1}" srcOrd="0" destOrd="0" presId="urn:microsoft.com/office/officeart/2005/8/layout/hierarchy6"/>
    <dgm:cxn modelId="{32DE1D4D-F847-465C-9FDD-F5CD7195F01A}" type="presOf" srcId="{DBD8B99C-2856-4165-8886-991DBD5B9CE9}" destId="{F1A335A8-09DC-4637-B0BC-BAD91F94B0BB}" srcOrd="0" destOrd="0" presId="urn:microsoft.com/office/officeart/2005/8/layout/hierarchy6"/>
    <dgm:cxn modelId="{E7ED3052-21BF-4708-B2ED-A871609C0A39}" type="presOf" srcId="{940EFFDB-86ED-4849-8712-8FC3F3AA936F}" destId="{1FA66BE7-46D9-41E8-8F29-3F339DEBE206}" srcOrd="0" destOrd="0" presId="urn:microsoft.com/office/officeart/2005/8/layout/hierarchy6"/>
    <dgm:cxn modelId="{C70F3C5A-2461-4A3A-9AEA-9DFA9F465ABB}" type="presOf" srcId="{930C7823-5C49-4436-8D79-CC07FF6BB2A9}" destId="{5E3D4BF3-C297-483D-B3D2-7209511D5297}" srcOrd="0" destOrd="0" presId="urn:microsoft.com/office/officeart/2005/8/layout/hierarchy6"/>
    <dgm:cxn modelId="{A7E1835A-6992-4CA1-BD0B-098373307881}" srcId="{930C7823-5C49-4436-8D79-CC07FF6BB2A9}" destId="{E1BC1E29-A11E-4033-B631-F42F8E156B98}" srcOrd="0" destOrd="0" parTransId="{940EFFDB-86ED-4849-8712-8FC3F3AA936F}" sibTransId="{6D33A5EB-B572-4B19-99BC-499030FBA70F}"/>
    <dgm:cxn modelId="{1EEC0F92-F757-4809-A6A0-28EF31C0878F}" type="presOf" srcId="{55FD6444-2FE2-41B2-AE7F-7EA8C2B3C7C6}" destId="{7F0310A9-0660-4907-8A8B-30C02BFCE29E}" srcOrd="0" destOrd="0" presId="urn:microsoft.com/office/officeart/2005/8/layout/hierarchy6"/>
    <dgm:cxn modelId="{38F7869B-C633-4C36-8593-C0FD9C3C74D4}" type="presOf" srcId="{25D0C31F-2B70-4BBE-9D1B-3F2669FAC68C}" destId="{C63075C9-7B94-4987-BA70-747713ECC386}" srcOrd="1" destOrd="0" presId="urn:microsoft.com/office/officeart/2005/8/layout/hierarchy6"/>
    <dgm:cxn modelId="{4F9062A3-014B-4429-9C45-3E2CBEE67329}" type="presOf" srcId="{F24C48C7-E987-4C50-8FCF-8F3D09321EC5}" destId="{CA1E0137-053E-4912-8B58-6EF91A79859A}" srcOrd="1" destOrd="0" presId="urn:microsoft.com/office/officeart/2005/8/layout/hierarchy6"/>
    <dgm:cxn modelId="{EA9E2EA6-07E3-4521-9257-3907D40A17E5}" srcId="{E1BC1E29-A11E-4033-B631-F42F8E156B98}" destId="{9368BB41-1543-4E76-99F0-1AA63584DD07}" srcOrd="3" destOrd="0" parTransId="{3FF3E7B1-E8D5-4A6C-9633-A00DDC0F6CCC}" sibTransId="{0F371FA0-DC1B-4DD7-8147-BFAD8A646DC9}"/>
    <dgm:cxn modelId="{A866BEA7-67D0-411C-94B8-4F4CDAC37101}" type="presOf" srcId="{3FF3E7B1-E8D5-4A6C-9633-A00DDC0F6CCC}" destId="{7D9177EE-C9E3-4F94-9114-1A8096AEFFEA}" srcOrd="0" destOrd="0" presId="urn:microsoft.com/office/officeart/2005/8/layout/hierarchy6"/>
    <dgm:cxn modelId="{A83541B3-D6EE-4208-9FD2-5AFD9B8758E4}" type="presOf" srcId="{F24C48C7-E987-4C50-8FCF-8F3D09321EC5}" destId="{DB8EFC1B-9ACF-43E6-9AA5-A4967013EBAC}" srcOrd="0" destOrd="0" presId="urn:microsoft.com/office/officeart/2005/8/layout/hierarchy6"/>
    <dgm:cxn modelId="{805555BA-50A7-4674-A3CB-C8D540878B58}" type="presOf" srcId="{1A710179-298A-4D8C-9C58-26011533E9FA}" destId="{AB432482-8293-40A5-8109-BEE12744577A}" srcOrd="0" destOrd="0" presId="urn:microsoft.com/office/officeart/2005/8/layout/hierarchy6"/>
    <dgm:cxn modelId="{F3272ABC-CE67-42C0-91D0-4AC201C723D1}" srcId="{E1BC1E29-A11E-4033-B631-F42F8E156B98}" destId="{F52BC77B-23FD-4A59-A89B-6C0D038CF672}" srcOrd="2" destOrd="0" parTransId="{F86BF21E-1320-42A3-9E86-6ECC3FA99EAF}" sibTransId="{EF997CDA-73D7-4608-82E3-42A7CDF0B0C2}"/>
    <dgm:cxn modelId="{B678FEBD-87F2-4403-A449-52FDC459C749}" type="presOf" srcId="{E1BC1E29-A11E-4033-B631-F42F8E156B98}" destId="{990BBFB0-85E3-47A4-8218-97510E340ECB}" srcOrd="0" destOrd="0" presId="urn:microsoft.com/office/officeart/2005/8/layout/hierarchy6"/>
    <dgm:cxn modelId="{B5B852C8-3273-44CD-B9F0-A5ED848A6C58}" type="presOf" srcId="{15FF40F2-852E-4898-8D9D-D7BC58FFC3B8}" destId="{2F696EDD-DFFC-48B7-B363-9077028CE025}" srcOrd="0" destOrd="0" presId="urn:microsoft.com/office/officeart/2005/8/layout/hierarchy6"/>
    <dgm:cxn modelId="{9B82AAD0-04B4-43AD-9F5D-2885BAE22E29}" type="presOf" srcId="{5AC5493D-133B-4918-8924-641AA33D3FD1}" destId="{B0781AD3-2017-4E67-9AAC-CF69A1492D43}" srcOrd="0" destOrd="0" presId="urn:microsoft.com/office/officeart/2005/8/layout/hierarchy6"/>
    <dgm:cxn modelId="{80FC09D7-6946-4A38-9B4A-4FE15DEA2F61}" srcId="{1A710179-298A-4D8C-9C58-26011533E9FA}" destId="{930C7823-5C49-4436-8D79-CC07FF6BB2A9}" srcOrd="0" destOrd="0" parTransId="{40355D4E-01A2-46EB-8898-F62B2E84E60B}" sibTransId="{6BDCCC2E-6328-4BE1-B6F5-C1CFD6CF02B2}"/>
    <dgm:cxn modelId="{8C6BF8D9-DEDE-4690-AEDD-E6072AC0C5B7}" srcId="{1A710179-298A-4D8C-9C58-26011533E9FA}" destId="{55FD6444-2FE2-41B2-AE7F-7EA8C2B3C7C6}" srcOrd="2" destOrd="0" parTransId="{4509C996-574D-4182-916B-FE8DC477B2B1}" sibTransId="{B0E51A3E-668E-4AC7-B478-79A20725D5AE}"/>
    <dgm:cxn modelId="{9A131ADF-C470-4C66-A6E7-54317F39AB2A}" srcId="{E1BC1E29-A11E-4033-B631-F42F8E156B98}" destId="{5AC5493D-133B-4918-8924-641AA33D3FD1}" srcOrd="1" destOrd="0" parTransId="{DBD8B99C-2856-4165-8886-991DBD5B9CE9}" sibTransId="{D266D40F-2CBF-421F-BA3A-6C3B5789B0DB}"/>
    <dgm:cxn modelId="{11A75FED-DC50-4C83-8A72-DEFFC22CE153}" srcId="{E1BC1E29-A11E-4033-B631-F42F8E156B98}" destId="{DFE91115-0C2C-4385-A9AD-E234442E9277}" srcOrd="0" destOrd="0" parTransId="{15FF40F2-852E-4898-8D9D-D7BC58FFC3B8}" sibTransId="{3530264B-A583-4161-BB0D-FC562A00CC24}"/>
    <dgm:cxn modelId="{CA149BF9-0525-45C9-8DDA-640557489D48}" srcId="{1A710179-298A-4D8C-9C58-26011533E9FA}" destId="{25D0C31F-2B70-4BBE-9D1B-3F2669FAC68C}" srcOrd="3" destOrd="0" parTransId="{7A776B35-D8E6-4459-8FB7-83EAF1C6D98F}" sibTransId="{CCEA63D6-0EDC-4E17-9D08-0FCE430F48AD}"/>
    <dgm:cxn modelId="{E91261FC-4583-47EA-98A5-26CE471D06FE}" srcId="{1A710179-298A-4D8C-9C58-26011533E9FA}" destId="{F24C48C7-E987-4C50-8FCF-8F3D09321EC5}" srcOrd="1" destOrd="0" parTransId="{E706E666-D2C2-41E6-889C-EEB41B94C8A9}" sibTransId="{5A699C55-CD63-4097-A162-A88F2DF8DE96}"/>
    <dgm:cxn modelId="{0838BF6D-BE44-4158-859C-F99D62919F6F}" type="presParOf" srcId="{AB432482-8293-40A5-8109-BEE12744577A}" destId="{6971C5FD-3C84-4BCA-BE44-10FD877D9C50}" srcOrd="0" destOrd="0" presId="urn:microsoft.com/office/officeart/2005/8/layout/hierarchy6"/>
    <dgm:cxn modelId="{9700BB2A-0B85-408D-88DB-36D9DDA710BE}" type="presParOf" srcId="{6971C5FD-3C84-4BCA-BE44-10FD877D9C50}" destId="{CE1C3993-1059-4E69-A407-51C0544048A9}" srcOrd="0" destOrd="0" presId="urn:microsoft.com/office/officeart/2005/8/layout/hierarchy6"/>
    <dgm:cxn modelId="{E5A7FF33-5334-44C1-A795-7E188BA1EFF9}" type="presParOf" srcId="{6971C5FD-3C84-4BCA-BE44-10FD877D9C50}" destId="{9B86047D-6240-4A29-88F5-E1AF3EAFD08B}" srcOrd="1" destOrd="0" presId="urn:microsoft.com/office/officeart/2005/8/layout/hierarchy6"/>
    <dgm:cxn modelId="{19C20633-B57F-4E20-A62C-8019AF8C8FDE}" type="presParOf" srcId="{9B86047D-6240-4A29-88F5-E1AF3EAFD08B}" destId="{68BB7C82-5F7A-4A02-8D22-1F3B148712E1}" srcOrd="0" destOrd="0" presId="urn:microsoft.com/office/officeart/2005/8/layout/hierarchy6"/>
    <dgm:cxn modelId="{812B154A-EF1C-4C35-A6A5-C96C45A98110}" type="presParOf" srcId="{68BB7C82-5F7A-4A02-8D22-1F3B148712E1}" destId="{5E3D4BF3-C297-483D-B3D2-7209511D5297}" srcOrd="0" destOrd="0" presId="urn:microsoft.com/office/officeart/2005/8/layout/hierarchy6"/>
    <dgm:cxn modelId="{7E9FBDF7-CDAB-4379-85EB-936BF406757A}" type="presParOf" srcId="{68BB7C82-5F7A-4A02-8D22-1F3B148712E1}" destId="{65DDE7C2-7BE0-48E2-953C-496452830B72}" srcOrd="1" destOrd="0" presId="urn:microsoft.com/office/officeart/2005/8/layout/hierarchy6"/>
    <dgm:cxn modelId="{7DAC919C-507B-4BDA-AE03-FF66FBD87F71}" type="presParOf" srcId="{65DDE7C2-7BE0-48E2-953C-496452830B72}" destId="{1FA66BE7-46D9-41E8-8F29-3F339DEBE206}" srcOrd="0" destOrd="0" presId="urn:microsoft.com/office/officeart/2005/8/layout/hierarchy6"/>
    <dgm:cxn modelId="{52C09153-6121-459E-9885-C282466D319A}" type="presParOf" srcId="{65DDE7C2-7BE0-48E2-953C-496452830B72}" destId="{A7A6F209-A5A3-46FC-8492-FF57C73A2796}" srcOrd="1" destOrd="0" presId="urn:microsoft.com/office/officeart/2005/8/layout/hierarchy6"/>
    <dgm:cxn modelId="{C407A038-DBD2-4585-9C31-A1F70C1BE507}" type="presParOf" srcId="{A7A6F209-A5A3-46FC-8492-FF57C73A2796}" destId="{990BBFB0-85E3-47A4-8218-97510E340ECB}" srcOrd="0" destOrd="0" presId="urn:microsoft.com/office/officeart/2005/8/layout/hierarchy6"/>
    <dgm:cxn modelId="{F3A4EE8B-461F-489B-867F-9DD0756E686B}" type="presParOf" srcId="{A7A6F209-A5A3-46FC-8492-FF57C73A2796}" destId="{5DEE8AD3-B984-4518-92B8-65AF5978E26E}" srcOrd="1" destOrd="0" presId="urn:microsoft.com/office/officeart/2005/8/layout/hierarchy6"/>
    <dgm:cxn modelId="{93DBD94A-3DF3-4366-9233-2F26C528EAC4}" type="presParOf" srcId="{5DEE8AD3-B984-4518-92B8-65AF5978E26E}" destId="{2F696EDD-DFFC-48B7-B363-9077028CE025}" srcOrd="0" destOrd="0" presId="urn:microsoft.com/office/officeart/2005/8/layout/hierarchy6"/>
    <dgm:cxn modelId="{61C26E4D-7224-4A7F-A2AE-11CF730DE8F4}" type="presParOf" srcId="{5DEE8AD3-B984-4518-92B8-65AF5978E26E}" destId="{DFCBE3B6-67D9-4A67-86AA-C9FD1FEA022A}" srcOrd="1" destOrd="0" presId="urn:microsoft.com/office/officeart/2005/8/layout/hierarchy6"/>
    <dgm:cxn modelId="{D5E4878B-ECDD-4017-AC81-ADEC004A1CD7}" type="presParOf" srcId="{DFCBE3B6-67D9-4A67-86AA-C9FD1FEA022A}" destId="{120B669F-1D25-4A8E-B0A4-F1CE6BB1AEE0}" srcOrd="0" destOrd="0" presId="urn:microsoft.com/office/officeart/2005/8/layout/hierarchy6"/>
    <dgm:cxn modelId="{2DCCE228-B009-4502-BE59-C7CED06932B6}" type="presParOf" srcId="{DFCBE3B6-67D9-4A67-86AA-C9FD1FEA022A}" destId="{FAC57133-2836-4F06-AEBD-E9FB127BD68B}" srcOrd="1" destOrd="0" presId="urn:microsoft.com/office/officeart/2005/8/layout/hierarchy6"/>
    <dgm:cxn modelId="{C3150752-5148-4D94-A359-39AD4C7561D2}" type="presParOf" srcId="{5DEE8AD3-B984-4518-92B8-65AF5978E26E}" destId="{F1A335A8-09DC-4637-B0BC-BAD91F94B0BB}" srcOrd="2" destOrd="0" presId="urn:microsoft.com/office/officeart/2005/8/layout/hierarchy6"/>
    <dgm:cxn modelId="{3121AE31-EDAF-411F-9EC7-F2CDC166470F}" type="presParOf" srcId="{5DEE8AD3-B984-4518-92B8-65AF5978E26E}" destId="{4FF156B3-510A-4F3E-916B-846F06B2FB67}" srcOrd="3" destOrd="0" presId="urn:microsoft.com/office/officeart/2005/8/layout/hierarchy6"/>
    <dgm:cxn modelId="{F18614B6-EEF1-4E44-9480-C09A17452A6D}" type="presParOf" srcId="{4FF156B3-510A-4F3E-916B-846F06B2FB67}" destId="{B0781AD3-2017-4E67-9AAC-CF69A1492D43}" srcOrd="0" destOrd="0" presId="urn:microsoft.com/office/officeart/2005/8/layout/hierarchy6"/>
    <dgm:cxn modelId="{48A10A69-F878-4E3D-A24C-4FC9BE44DE9E}" type="presParOf" srcId="{4FF156B3-510A-4F3E-916B-846F06B2FB67}" destId="{807E9704-B06A-4283-98D0-E37EC72F0809}" srcOrd="1" destOrd="0" presId="urn:microsoft.com/office/officeart/2005/8/layout/hierarchy6"/>
    <dgm:cxn modelId="{001204DD-9B16-48C8-9398-5CBC233FCE5A}" type="presParOf" srcId="{5DEE8AD3-B984-4518-92B8-65AF5978E26E}" destId="{52616D5C-ED52-4255-90A3-CFDFCA8B4A1B}" srcOrd="4" destOrd="0" presId="urn:microsoft.com/office/officeart/2005/8/layout/hierarchy6"/>
    <dgm:cxn modelId="{847834E7-FFC8-4DFB-82DB-09224A53769F}" type="presParOf" srcId="{5DEE8AD3-B984-4518-92B8-65AF5978E26E}" destId="{2D071B43-97DD-4E9C-B943-28CE0120CEE9}" srcOrd="5" destOrd="0" presId="urn:microsoft.com/office/officeart/2005/8/layout/hierarchy6"/>
    <dgm:cxn modelId="{A6A31E11-E8C8-4554-B10B-7E02BF358DEB}" type="presParOf" srcId="{2D071B43-97DD-4E9C-B943-28CE0120CEE9}" destId="{025D6C40-AA81-496D-B950-F73945E4861C}" srcOrd="0" destOrd="0" presId="urn:microsoft.com/office/officeart/2005/8/layout/hierarchy6"/>
    <dgm:cxn modelId="{F495B182-34B6-471E-9826-4FF136AF87BE}" type="presParOf" srcId="{2D071B43-97DD-4E9C-B943-28CE0120CEE9}" destId="{E1C57D5C-EAE2-4F10-AFCC-52FCB6C6170F}" srcOrd="1" destOrd="0" presId="urn:microsoft.com/office/officeart/2005/8/layout/hierarchy6"/>
    <dgm:cxn modelId="{691460FC-E618-4436-9BD4-27A12653A2A3}" type="presParOf" srcId="{5DEE8AD3-B984-4518-92B8-65AF5978E26E}" destId="{7D9177EE-C9E3-4F94-9114-1A8096AEFFEA}" srcOrd="6" destOrd="0" presId="urn:microsoft.com/office/officeart/2005/8/layout/hierarchy6"/>
    <dgm:cxn modelId="{B251D123-9AC6-47AE-B8D0-CF1E792413C1}" type="presParOf" srcId="{5DEE8AD3-B984-4518-92B8-65AF5978E26E}" destId="{3281E7CD-F8FB-4D1B-844F-31D691359429}" srcOrd="7" destOrd="0" presId="urn:microsoft.com/office/officeart/2005/8/layout/hierarchy6"/>
    <dgm:cxn modelId="{60C9268B-1CC6-48BF-AE8E-B057ACFB542D}" type="presParOf" srcId="{3281E7CD-F8FB-4D1B-844F-31D691359429}" destId="{BADDD117-B5D2-4507-A1C6-1EB2F64D0D5B}" srcOrd="0" destOrd="0" presId="urn:microsoft.com/office/officeart/2005/8/layout/hierarchy6"/>
    <dgm:cxn modelId="{8578D7CA-1356-4B66-ACC5-7B66AD9C3097}" type="presParOf" srcId="{3281E7CD-F8FB-4D1B-844F-31D691359429}" destId="{BD09614B-E99D-48F1-82C0-AA909F899FA0}" srcOrd="1" destOrd="0" presId="urn:microsoft.com/office/officeart/2005/8/layout/hierarchy6"/>
    <dgm:cxn modelId="{8D7D4FE1-500A-45F5-A416-F82055D37934}" type="presParOf" srcId="{AB432482-8293-40A5-8109-BEE12744577A}" destId="{F3073AC0-EEAA-4FF8-9A83-AC967D0C411B}" srcOrd="1" destOrd="0" presId="urn:microsoft.com/office/officeart/2005/8/layout/hierarchy6"/>
    <dgm:cxn modelId="{A48D4D0C-5FD1-4CF2-9F6E-AC77F0F06BE6}" type="presParOf" srcId="{F3073AC0-EEAA-4FF8-9A83-AC967D0C411B}" destId="{0ABF15E7-7E2E-4029-9B14-D68FA8EFFA39}" srcOrd="0" destOrd="0" presId="urn:microsoft.com/office/officeart/2005/8/layout/hierarchy6"/>
    <dgm:cxn modelId="{424BE630-A703-4D41-B1B5-DB5139AC5C1E}" type="presParOf" srcId="{0ABF15E7-7E2E-4029-9B14-D68FA8EFFA39}" destId="{DB8EFC1B-9ACF-43E6-9AA5-A4967013EBAC}" srcOrd="0" destOrd="0" presId="urn:microsoft.com/office/officeart/2005/8/layout/hierarchy6"/>
    <dgm:cxn modelId="{110DAF6A-A719-407F-91BE-E04715B4C8AF}" type="presParOf" srcId="{0ABF15E7-7E2E-4029-9B14-D68FA8EFFA39}" destId="{CA1E0137-053E-4912-8B58-6EF91A79859A}" srcOrd="1" destOrd="0" presId="urn:microsoft.com/office/officeart/2005/8/layout/hierarchy6"/>
    <dgm:cxn modelId="{65FABF4E-E534-4CE9-B0F5-BDD4A57BE211}" type="presParOf" srcId="{F3073AC0-EEAA-4FF8-9A83-AC967D0C411B}" destId="{5F19FFE1-1391-4042-A339-87123FAD5449}" srcOrd="1" destOrd="0" presId="urn:microsoft.com/office/officeart/2005/8/layout/hierarchy6"/>
    <dgm:cxn modelId="{3468E3C9-D3D3-4994-9232-82B72DB06AD4}" type="presParOf" srcId="{5F19FFE1-1391-4042-A339-87123FAD5449}" destId="{8FA3BB3E-1E0F-4ECD-AE7B-022748FA1F0A}" srcOrd="0" destOrd="0" presId="urn:microsoft.com/office/officeart/2005/8/layout/hierarchy6"/>
    <dgm:cxn modelId="{9D1CEE9F-CFC9-45A8-84B0-DC2D858D4627}" type="presParOf" srcId="{F3073AC0-EEAA-4FF8-9A83-AC967D0C411B}" destId="{DE9D1AEF-CE37-4D10-B4FA-00B1C8611448}" srcOrd="2" destOrd="0" presId="urn:microsoft.com/office/officeart/2005/8/layout/hierarchy6"/>
    <dgm:cxn modelId="{CDB6D462-CA22-445E-8ED3-9EBC775C80B2}" type="presParOf" srcId="{DE9D1AEF-CE37-4D10-B4FA-00B1C8611448}" destId="{7F0310A9-0660-4907-8A8B-30C02BFCE29E}" srcOrd="0" destOrd="0" presId="urn:microsoft.com/office/officeart/2005/8/layout/hierarchy6"/>
    <dgm:cxn modelId="{D4ACC5F4-AB80-497E-B870-0BFC51BB9F93}" type="presParOf" srcId="{DE9D1AEF-CE37-4D10-B4FA-00B1C8611448}" destId="{F2CF0734-69FF-4D39-AF46-AA3D13FB87E9}" srcOrd="1" destOrd="0" presId="urn:microsoft.com/office/officeart/2005/8/layout/hierarchy6"/>
    <dgm:cxn modelId="{4ED377E2-8837-4652-B9B8-7097C5B40DC8}" type="presParOf" srcId="{F3073AC0-EEAA-4FF8-9A83-AC967D0C411B}" destId="{FBB4E7AC-FB76-4861-B889-943BBFF16B76}" srcOrd="3" destOrd="0" presId="urn:microsoft.com/office/officeart/2005/8/layout/hierarchy6"/>
    <dgm:cxn modelId="{7C103B9F-507F-46B1-BA99-59267346DD42}" type="presParOf" srcId="{FBB4E7AC-FB76-4861-B889-943BBFF16B76}" destId="{E53819A6-D494-4D71-BCDD-74FA7E44C7F2}" srcOrd="0" destOrd="0" presId="urn:microsoft.com/office/officeart/2005/8/layout/hierarchy6"/>
    <dgm:cxn modelId="{A29706DA-7CDD-4E5A-9A46-60F4F52630D2}" type="presParOf" srcId="{F3073AC0-EEAA-4FF8-9A83-AC967D0C411B}" destId="{6B605B1A-C287-421F-87E5-1761F238848F}" srcOrd="4" destOrd="0" presId="urn:microsoft.com/office/officeart/2005/8/layout/hierarchy6"/>
    <dgm:cxn modelId="{42A4C121-A280-4A75-84D5-859F0073CB71}" type="presParOf" srcId="{6B605B1A-C287-421F-87E5-1761F238848F}" destId="{3720182C-2518-4F35-B430-A470E53453B1}" srcOrd="0" destOrd="0" presId="urn:microsoft.com/office/officeart/2005/8/layout/hierarchy6"/>
    <dgm:cxn modelId="{164802E7-0A83-4870-BED8-E792AA577923}" type="presParOf" srcId="{6B605B1A-C287-421F-87E5-1761F238848F}" destId="{C63075C9-7B94-4987-BA70-747713ECC386}" srcOrd="1" destOrd="0" presId="urn:microsoft.com/office/officeart/2005/8/layout/hierarchy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720182C-2518-4F35-B430-A470E53453B1}">
      <dsp:nvSpPr>
        <dsp:cNvPr id="0" name=""/>
        <dsp:cNvSpPr/>
      </dsp:nvSpPr>
      <dsp:spPr>
        <a:xfrm>
          <a:off x="0" y="2260448"/>
          <a:ext cx="10161025" cy="96773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170688" tIns="170688" rIns="170688" bIns="170688" numCol="1" spcCol="1270" anchor="ctr" anchorCtr="0">
          <a:noAutofit/>
        </a:bodyPr>
        <a:lstStyle/>
        <a:p>
          <a:pPr marL="0" lvl="0" indent="0" algn="ctr" defTabSz="1066800">
            <a:lnSpc>
              <a:spcPct val="90000"/>
            </a:lnSpc>
            <a:spcBef>
              <a:spcPct val="0"/>
            </a:spcBef>
            <a:spcAft>
              <a:spcPct val="35000"/>
            </a:spcAft>
            <a:buNone/>
          </a:pPr>
          <a:r>
            <a:rPr lang="en-US" sz="2400" kern="1200" dirty="0"/>
            <a:t>Modeling</a:t>
          </a:r>
        </a:p>
      </dsp:txBody>
      <dsp:txXfrm>
        <a:off x="0" y="2260448"/>
        <a:ext cx="3048307" cy="967730"/>
      </dsp:txXfrm>
    </dsp:sp>
    <dsp:sp modelId="{7F0310A9-0660-4907-8A8B-30C02BFCE29E}">
      <dsp:nvSpPr>
        <dsp:cNvPr id="0" name=""/>
        <dsp:cNvSpPr/>
      </dsp:nvSpPr>
      <dsp:spPr>
        <a:xfrm>
          <a:off x="0" y="1130479"/>
          <a:ext cx="10161025" cy="96773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170688" tIns="170688" rIns="170688" bIns="170688" numCol="1" spcCol="1270" anchor="ctr" anchorCtr="0">
          <a:noAutofit/>
        </a:bodyPr>
        <a:lstStyle/>
        <a:p>
          <a:pPr marL="0" lvl="0" indent="0" algn="ctr" defTabSz="1066800">
            <a:lnSpc>
              <a:spcPct val="90000"/>
            </a:lnSpc>
            <a:spcBef>
              <a:spcPct val="0"/>
            </a:spcBef>
            <a:spcAft>
              <a:spcPct val="35000"/>
            </a:spcAft>
            <a:buNone/>
          </a:pPr>
          <a:r>
            <a:rPr lang="en-US" sz="2400" kern="1200" dirty="0"/>
            <a:t>Initial Data Analysis</a:t>
          </a:r>
        </a:p>
      </dsp:txBody>
      <dsp:txXfrm>
        <a:off x="0" y="1130479"/>
        <a:ext cx="3048307" cy="967730"/>
      </dsp:txXfrm>
    </dsp:sp>
    <dsp:sp modelId="{DB8EFC1B-9ACF-43E6-9AA5-A4967013EBAC}">
      <dsp:nvSpPr>
        <dsp:cNvPr id="0" name=""/>
        <dsp:cNvSpPr/>
      </dsp:nvSpPr>
      <dsp:spPr>
        <a:xfrm>
          <a:off x="0" y="509"/>
          <a:ext cx="10161025" cy="96773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170688" tIns="170688" rIns="170688" bIns="170688" numCol="1" spcCol="1270" anchor="ctr" anchorCtr="0">
          <a:noAutofit/>
        </a:bodyPr>
        <a:lstStyle/>
        <a:p>
          <a:pPr marL="0" lvl="0" indent="0" algn="ctr" defTabSz="1066800">
            <a:lnSpc>
              <a:spcPct val="90000"/>
            </a:lnSpc>
            <a:spcBef>
              <a:spcPct val="0"/>
            </a:spcBef>
            <a:spcAft>
              <a:spcPct val="35000"/>
            </a:spcAft>
            <a:buNone/>
          </a:pPr>
          <a:r>
            <a:rPr lang="en-US" sz="2400" kern="1200" dirty="0"/>
            <a:t>Data Cleanup</a:t>
          </a:r>
        </a:p>
      </dsp:txBody>
      <dsp:txXfrm>
        <a:off x="0" y="509"/>
        <a:ext cx="3048307" cy="967730"/>
      </dsp:txXfrm>
    </dsp:sp>
    <dsp:sp modelId="{5E3D4BF3-C297-483D-B3D2-7209511D5297}">
      <dsp:nvSpPr>
        <dsp:cNvPr id="0" name=""/>
        <dsp:cNvSpPr/>
      </dsp:nvSpPr>
      <dsp:spPr>
        <a:xfrm>
          <a:off x="5894659" y="81629"/>
          <a:ext cx="1216792" cy="81119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dirty="0"/>
            <a:t>Removing Null Values and Specific Features</a:t>
          </a:r>
        </a:p>
      </dsp:txBody>
      <dsp:txXfrm>
        <a:off x="5918418" y="105388"/>
        <a:ext cx="1169274" cy="763677"/>
      </dsp:txXfrm>
    </dsp:sp>
    <dsp:sp modelId="{1FA66BE7-46D9-41E8-8F29-3F339DEBE206}">
      <dsp:nvSpPr>
        <dsp:cNvPr id="0" name=""/>
        <dsp:cNvSpPr/>
      </dsp:nvSpPr>
      <dsp:spPr>
        <a:xfrm>
          <a:off x="6457336" y="892824"/>
          <a:ext cx="91440" cy="324478"/>
        </a:xfrm>
        <a:custGeom>
          <a:avLst/>
          <a:gdLst/>
          <a:ahLst/>
          <a:cxnLst/>
          <a:rect l="0" t="0" r="0" b="0"/>
          <a:pathLst>
            <a:path>
              <a:moveTo>
                <a:pt x="45720" y="0"/>
              </a:moveTo>
              <a:lnTo>
                <a:pt x="45720" y="324478"/>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90BBFB0-85E3-47A4-8218-97510E340ECB}">
      <dsp:nvSpPr>
        <dsp:cNvPr id="0" name=""/>
        <dsp:cNvSpPr/>
      </dsp:nvSpPr>
      <dsp:spPr>
        <a:xfrm>
          <a:off x="5894659" y="1217302"/>
          <a:ext cx="1216792" cy="81119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dirty="0"/>
            <a:t>Feature/Price Correlation</a:t>
          </a:r>
        </a:p>
      </dsp:txBody>
      <dsp:txXfrm>
        <a:off x="5918418" y="1241061"/>
        <a:ext cx="1169274" cy="763677"/>
      </dsp:txXfrm>
    </dsp:sp>
    <dsp:sp modelId="{2F696EDD-DFFC-48B7-B363-9077028CE025}">
      <dsp:nvSpPr>
        <dsp:cNvPr id="0" name=""/>
        <dsp:cNvSpPr/>
      </dsp:nvSpPr>
      <dsp:spPr>
        <a:xfrm>
          <a:off x="4130310" y="2028497"/>
          <a:ext cx="2372745" cy="324478"/>
        </a:xfrm>
        <a:custGeom>
          <a:avLst/>
          <a:gdLst/>
          <a:ahLst/>
          <a:cxnLst/>
          <a:rect l="0" t="0" r="0" b="0"/>
          <a:pathLst>
            <a:path>
              <a:moveTo>
                <a:pt x="2372745" y="0"/>
              </a:moveTo>
              <a:lnTo>
                <a:pt x="2372745" y="162239"/>
              </a:lnTo>
              <a:lnTo>
                <a:pt x="0" y="162239"/>
              </a:lnTo>
              <a:lnTo>
                <a:pt x="0" y="324478"/>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20B669F-1D25-4A8E-B0A4-F1CE6BB1AEE0}">
      <dsp:nvSpPr>
        <dsp:cNvPr id="0" name=""/>
        <dsp:cNvSpPr/>
      </dsp:nvSpPr>
      <dsp:spPr>
        <a:xfrm>
          <a:off x="3521913" y="2352975"/>
          <a:ext cx="1216792" cy="81119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dirty="0"/>
            <a:t>Linear</a:t>
          </a:r>
        </a:p>
      </dsp:txBody>
      <dsp:txXfrm>
        <a:off x="3545672" y="2376734"/>
        <a:ext cx="1169274" cy="763677"/>
      </dsp:txXfrm>
    </dsp:sp>
    <dsp:sp modelId="{F1A335A8-09DC-4637-B0BC-BAD91F94B0BB}">
      <dsp:nvSpPr>
        <dsp:cNvPr id="0" name=""/>
        <dsp:cNvSpPr/>
      </dsp:nvSpPr>
      <dsp:spPr>
        <a:xfrm>
          <a:off x="5712140" y="2028497"/>
          <a:ext cx="790915" cy="324478"/>
        </a:xfrm>
        <a:custGeom>
          <a:avLst/>
          <a:gdLst/>
          <a:ahLst/>
          <a:cxnLst/>
          <a:rect l="0" t="0" r="0" b="0"/>
          <a:pathLst>
            <a:path>
              <a:moveTo>
                <a:pt x="790915" y="0"/>
              </a:moveTo>
              <a:lnTo>
                <a:pt x="790915" y="162239"/>
              </a:lnTo>
              <a:lnTo>
                <a:pt x="0" y="162239"/>
              </a:lnTo>
              <a:lnTo>
                <a:pt x="0" y="324478"/>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0781AD3-2017-4E67-9AAC-CF69A1492D43}">
      <dsp:nvSpPr>
        <dsp:cNvPr id="0" name=""/>
        <dsp:cNvSpPr/>
      </dsp:nvSpPr>
      <dsp:spPr>
        <a:xfrm>
          <a:off x="5103744" y="2352975"/>
          <a:ext cx="1216792" cy="81119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dirty="0"/>
            <a:t>Random Forest</a:t>
          </a:r>
        </a:p>
      </dsp:txBody>
      <dsp:txXfrm>
        <a:off x="5127503" y="2376734"/>
        <a:ext cx="1169274" cy="763677"/>
      </dsp:txXfrm>
    </dsp:sp>
    <dsp:sp modelId="{52616D5C-ED52-4255-90A3-CFDFCA8B4A1B}">
      <dsp:nvSpPr>
        <dsp:cNvPr id="0" name=""/>
        <dsp:cNvSpPr/>
      </dsp:nvSpPr>
      <dsp:spPr>
        <a:xfrm>
          <a:off x="6503056" y="2028497"/>
          <a:ext cx="790915" cy="324478"/>
        </a:xfrm>
        <a:custGeom>
          <a:avLst/>
          <a:gdLst/>
          <a:ahLst/>
          <a:cxnLst/>
          <a:rect l="0" t="0" r="0" b="0"/>
          <a:pathLst>
            <a:path>
              <a:moveTo>
                <a:pt x="0" y="0"/>
              </a:moveTo>
              <a:lnTo>
                <a:pt x="0" y="162239"/>
              </a:lnTo>
              <a:lnTo>
                <a:pt x="790915" y="162239"/>
              </a:lnTo>
              <a:lnTo>
                <a:pt x="790915" y="324478"/>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25D6C40-AA81-496D-B950-F73945E4861C}">
      <dsp:nvSpPr>
        <dsp:cNvPr id="0" name=""/>
        <dsp:cNvSpPr/>
      </dsp:nvSpPr>
      <dsp:spPr>
        <a:xfrm>
          <a:off x="6685574" y="2352975"/>
          <a:ext cx="1216792" cy="81119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dirty="0" err="1"/>
            <a:t>XGBoost</a:t>
          </a:r>
          <a:endParaRPr lang="en-US" sz="1200" kern="1200" dirty="0"/>
        </a:p>
      </dsp:txBody>
      <dsp:txXfrm>
        <a:off x="6709333" y="2376734"/>
        <a:ext cx="1169274" cy="763677"/>
      </dsp:txXfrm>
    </dsp:sp>
    <dsp:sp modelId="{7D9177EE-C9E3-4F94-9114-1A8096AEFFEA}">
      <dsp:nvSpPr>
        <dsp:cNvPr id="0" name=""/>
        <dsp:cNvSpPr/>
      </dsp:nvSpPr>
      <dsp:spPr>
        <a:xfrm>
          <a:off x="6503056" y="2028497"/>
          <a:ext cx="2372745" cy="324478"/>
        </a:xfrm>
        <a:custGeom>
          <a:avLst/>
          <a:gdLst/>
          <a:ahLst/>
          <a:cxnLst/>
          <a:rect l="0" t="0" r="0" b="0"/>
          <a:pathLst>
            <a:path>
              <a:moveTo>
                <a:pt x="0" y="0"/>
              </a:moveTo>
              <a:lnTo>
                <a:pt x="0" y="162239"/>
              </a:lnTo>
              <a:lnTo>
                <a:pt x="2372745" y="162239"/>
              </a:lnTo>
              <a:lnTo>
                <a:pt x="2372745" y="324478"/>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ADDD117-B5D2-4507-A1C6-1EB2F64D0D5B}">
      <dsp:nvSpPr>
        <dsp:cNvPr id="0" name=""/>
        <dsp:cNvSpPr/>
      </dsp:nvSpPr>
      <dsp:spPr>
        <a:xfrm>
          <a:off x="8267405" y="2352975"/>
          <a:ext cx="1216792" cy="81119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dirty="0"/>
            <a:t>Simple Neural Network </a:t>
          </a:r>
        </a:p>
      </dsp:txBody>
      <dsp:txXfrm>
        <a:off x="8291164" y="2376734"/>
        <a:ext cx="1169274" cy="763677"/>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6">
  <dgm:title val=""/>
  <dgm:desc val=""/>
  <dgm:catLst>
    <dgm:cat type="hierarchy" pri="3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 modelId="4">
          <dgm:prSet phldr="1"/>
        </dgm:pt>
        <dgm:pt modelId="5">
          <dgm:prSet phldr="1"/>
        </dgm:pt>
        <dgm:pt modelId="6">
          <dgm:prSet phldr="1"/>
        </dgm:pt>
      </dgm:ptLst>
      <dgm:cxnLst>
        <dgm:cxn modelId="7" srcId="0" destId="1" srcOrd="0" destOrd="0"/>
        <dgm:cxn modelId="8" srcId="1" destId="2" srcOrd="0" destOrd="0"/>
        <dgm:cxn modelId="9" srcId="1" destId="3" srcOrd="1" destOrd="0"/>
        <dgm:cxn modelId="23" srcId="2" destId="21" srcOrd="0" destOrd="0"/>
        <dgm:cxn modelId="24" srcId="2" destId="22" srcOrd="1" destOrd="0"/>
        <dgm:cxn modelId="33" srcId="3" destId="31" srcOrd="0" destOrd="0"/>
        <dgm:cxn modelId="10" srcId="0" destId="4" srcOrd="1" destOrd="0"/>
        <dgm:cxn modelId="11" srcId="0" destId="5" srcOrd="2" destOrd="0"/>
        <dgm:cxn modelId="12" srcId="0" destId="6" srcOrd="3" destOrd="0"/>
      </dgm:cxnLst>
      <dgm:bg/>
      <dgm:whole/>
    </dgm:dataModel>
  </dgm:sampData>
  <dgm:styleData>
    <dgm:dataModel>
      <dgm:ptLst>
        <dgm:pt modelId="0" type="doc"/>
        <dgm:pt modelId="1"/>
        <dgm:pt modelId="11"/>
        <dgm:pt modelId="12"/>
        <dgm:pt modelId="2"/>
        <dgm:pt modelId="3"/>
      </dgm:ptLst>
      <dgm:cxnLst>
        <dgm:cxn modelId="4" srcId="0" destId="1" srcOrd="0" destOrd="0"/>
        <dgm:cxn modelId="13" srcId="1" destId="11" srcOrd="0" destOrd="0"/>
        <dgm:cxn modelId="14" srcId="1" destId="12" srcOrd="1" destOrd="0"/>
        <dgm:cxn modelId="5" srcId="0" destId="2" srcOrd="1" destOrd="0"/>
        <dgm:cxn modelId="6" srcId="0" destId="3" srcOrd="2" destOrd="0"/>
      </dgm:cxnLst>
      <dgm:bg/>
      <dgm:whole/>
    </dgm:dataModel>
  </dgm:styleData>
  <dgm:clrData>
    <dgm:dataModel>
      <dgm:ptLst>
        <dgm:pt modelId="0" type="doc"/>
        <dgm:pt modelId="1"/>
        <dgm:pt modelId="2"/>
        <dgm:pt modelId="21"/>
        <dgm:pt modelId="211"/>
        <dgm:pt modelId="3"/>
        <dgm:pt modelId="31"/>
        <dgm:pt modelId="311"/>
        <dgm:pt modelId="4"/>
        <dgm:pt modelId="5"/>
        <dgm:pt modelId="6"/>
        <dgm:pt modelId="7"/>
      </dgm:ptLst>
      <dgm:cxnLst>
        <dgm:cxn modelId="8" srcId="0" destId="1" srcOrd="0" destOrd="0"/>
        <dgm:cxn modelId="9" srcId="1" destId="2" srcOrd="0" destOrd="0"/>
        <dgm:cxn modelId="10" srcId="1" destId="3" srcOrd="1" destOrd="0"/>
        <dgm:cxn modelId="23" srcId="2" destId="21" srcOrd="0" destOrd="0"/>
        <dgm:cxn modelId="24" srcId="21" destId="211" srcOrd="0" destOrd="0"/>
        <dgm:cxn modelId="33" srcId="3" destId="31" srcOrd="0" destOrd="0"/>
        <dgm:cxn modelId="34" srcId="31" destId="311" srcOrd="0" destOrd="0"/>
        <dgm:cxn modelId="11" srcId="0" destId="4" srcOrd="1" destOrd="0"/>
        <dgm:cxn modelId="12" srcId="0" destId="5" srcOrd="2" destOrd="0"/>
        <dgm:cxn modelId="13" srcId="0" destId="6" srcOrd="3" destOrd="0"/>
        <dgm:cxn modelId="14" srcId="0" destId="7" srcOrd="4" destOrd="0"/>
      </dgm:cxnLst>
      <dgm:bg/>
      <dgm:whole/>
    </dgm:dataModel>
  </dgm:clrData>
  <dgm:layoutNode name="mainComposite">
    <dgm:varLst>
      <dgm:chPref val="1"/>
      <dgm:dir/>
      <dgm:animOne val="branch"/>
      <dgm:animLvl val="lvl"/>
      <dgm:resizeHandles val="exact"/>
    </dgm:varLst>
    <dgm:alg type="composite">
      <dgm:param type="vertAlign" val="mid"/>
      <dgm:param type="horzAlign" val="ctr"/>
    </dgm:alg>
    <dgm:shape xmlns:r="http://schemas.openxmlformats.org/officeDocument/2006/relationships" r:blip="">
      <dgm:adjLst/>
    </dgm:shape>
    <dgm:presOf/>
    <dgm:choose name="Name0">
      <dgm:if name="Name1" axis="ch" ptType="node" func="cnt" op="gte" val="2">
        <dgm:choose name="Name2">
          <dgm:if name="Name3" func="var" arg="dir" op="equ" val="norm">
            <dgm:constrLst>
              <dgm:constr type="l" for="ch" forName="hierFlow" refType="w" fact="0.3"/>
              <dgm:constr type="t" for="ch" forName="hierFlow"/>
              <dgm:constr type="r" for="ch" forName="hierFlow" refType="w" fact="0.98"/>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if>
          <dgm:else name="Name4">
            <dgm:constrLst>
              <dgm:constr type="l" for="ch" forName="hierFlow" refType="w" fact="0.02"/>
              <dgm:constr type="t" for="ch" forName="hierFlow"/>
              <dgm:constr type="r" for="ch" forName="hierFlow" refType="w" fact="0.7"/>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if>
      <dgm:else name="Name5">
        <dgm:constrLst>
          <dgm:constr type="l" for="ch" forName="hierFlow"/>
          <dgm:constr type="t" for="ch" forName="hierFlow"/>
          <dgm:constr type="r" for="ch" forName="hierFlow" refType="w"/>
          <dgm:constr type="b" for="ch" forName="hierFlow" refType="h"/>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ruleLst/>
    <dgm:layoutNode name="hierFlow">
      <dgm:alg type="lin">
        <dgm:param type="linDir" val="fromT"/>
        <dgm:param type="nodeVertAlign" val="t"/>
        <dgm:param type="vertAlign" val="t"/>
        <dgm:param type="nodeHorzAlign" val="ctr"/>
        <dgm:param type="fallback" val="2D"/>
      </dgm:alg>
      <dgm:shape xmlns:r="http://schemas.openxmlformats.org/officeDocument/2006/relationships" r:blip="">
        <dgm:adjLst/>
      </dgm:shape>
      <dgm:presOf/>
      <dgm:constrLst/>
      <dgm:ruleLst/>
      <dgm:choose name="Name6">
        <dgm:if name="Name7" axis="ch" ptType="node" func="cnt" op="gte" val="2">
          <dgm:layoutNode name="firstBuf">
            <dgm:alg type="sp"/>
            <dgm:shape xmlns:r="http://schemas.openxmlformats.org/officeDocument/2006/relationships" r:blip="">
              <dgm:adjLst/>
            </dgm:shape>
            <dgm:presOf/>
            <dgm:constrLst/>
            <dgm:ruleLst/>
          </dgm:layoutNode>
        </dgm:if>
        <dgm:else name="Name8"/>
      </dgm:choose>
      <dgm:layoutNode name="hierChild1">
        <dgm:varLst>
          <dgm:chPref val="1"/>
          <dgm:animOne val="branch"/>
          <dgm:animLvl val="lvl"/>
        </dgm:varLst>
        <dgm:choose name="Name9">
          <dgm:if name="Name10" func="var" arg="dir" op="equ" val="norm">
            <dgm:alg type="hierChild">
              <dgm:param type="linDir" val="fromL"/>
              <dgm:param type="vertAlign" val="t"/>
            </dgm:alg>
          </dgm:if>
          <dgm:else name="Name11">
            <dgm:alg type="hierChild">
              <dgm:param type="linDir" val="fromR"/>
              <dgm:param type="vertAlign" val="t"/>
            </dgm:alg>
          </dgm:else>
        </dgm:choose>
        <dgm:shape xmlns:r="http://schemas.openxmlformats.org/officeDocument/2006/relationships" r:blip="">
          <dgm:adjLst/>
        </dgm:shape>
        <dgm:presOf/>
        <dgm:constrLst>
          <dgm:constr type="primFontSz" for="des" ptType="node" op="equ"/>
        </dgm:constrLst>
        <dgm:ruleLst/>
        <dgm:forEach name="Name12" axis="ch" cnt="3">
          <dgm:forEach name="Name13" axis="self" ptType="node">
            <dgm:layoutNode name="Name14">
              <dgm:alg type="hierRoot"/>
              <dgm:shape xmlns:r="http://schemas.openxmlformats.org/officeDocument/2006/relationships" r:blip="">
                <dgm:adjLst/>
              </dgm:shape>
              <dgm:presOf/>
              <dgm:constrLst/>
              <dgm:ruleLst/>
              <dgm:layoutNode name="level1Shape" styleLbl="node0">
                <dgm:varLst>
                  <dgm:chPref val="3"/>
                </dgm:varLst>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2">
                <dgm:choose name="Name15">
                  <dgm:if name="Name16" func="var" arg="dir" op="equ" val="norm">
                    <dgm:alg type="hierChild">
                      <dgm:param type="linDir" val="fromL"/>
                    </dgm:alg>
                  </dgm:if>
                  <dgm:else name="Name17">
                    <dgm:alg type="hierChild">
                      <dgm:param type="linDir" val="fromR"/>
                    </dgm:alg>
                  </dgm:else>
                </dgm:choose>
                <dgm:shape xmlns:r="http://schemas.openxmlformats.org/officeDocument/2006/relationships" r:blip="">
                  <dgm:adjLst/>
                </dgm:shape>
                <dgm:presOf/>
                <dgm:constrLst/>
                <dgm:ruleLst/>
                <dgm:forEach name="repeat" axis="ch">
                  <dgm:forEach name="Name18" axis="self" ptType="parTrans" cnt="1">
                    <dgm:layoutNode name="Name19">
                      <dgm:alg type="conn">
                        <dgm:param type="dim" val="1D"/>
                        <dgm:param type="endSty" val="noArr"/>
                        <dgm:param type="connRout" val="bend"/>
                        <dgm:param type="begPts" val="bCtr"/>
                        <dgm:param type="endPts" val="tCtr"/>
                      </dgm:alg>
                      <dgm:shape xmlns:r="http://schemas.openxmlformats.org/officeDocument/2006/relationships" type="conn" r:blip="">
                        <dgm:adjLst/>
                      </dgm:shape>
                      <dgm:presOf axis="self"/>
                      <dgm:constrLst>
                        <dgm:constr type="w" val="1"/>
                        <dgm:constr type="h" val="1"/>
                        <dgm:constr type="begPad"/>
                        <dgm:constr type="endPad"/>
                      </dgm:constrLst>
                      <dgm:ruleLst/>
                    </dgm:layoutNode>
                  </dgm:forEach>
                  <dgm:forEach name="Name20" axis="self" ptType="node">
                    <dgm:layoutNode name="Name21">
                      <dgm:alg type="hierRoot"/>
                      <dgm:shape xmlns:r="http://schemas.openxmlformats.org/officeDocument/2006/relationships" r:blip="">
                        <dgm:adjLst/>
                      </dgm:shape>
                      <dgm:presOf/>
                      <dgm:constrLst/>
                      <dgm:ruleLst/>
                      <dgm:layoutNode name="level2Shape">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3">
                        <dgm:choose name="Name22">
                          <dgm:if name="Name23" func="var" arg="dir" op="equ" val="norm">
                            <dgm:alg type="hierChild">
                              <dgm:param type="linDir" val="fromL"/>
                            </dgm:alg>
                          </dgm:if>
                          <dgm:else name="Name24">
                            <dgm:alg type="hierChild">
                              <dgm:param type="linDir" val="fromR"/>
                            </dgm:alg>
                          </dgm:else>
                        </dgm:choose>
                        <dgm:shape xmlns:r="http://schemas.openxmlformats.org/officeDocument/2006/relationships" r:blip="">
                          <dgm:adjLst/>
                        </dgm:shape>
                        <dgm:presOf/>
                        <dgm:constrLst/>
                        <dgm:ruleLst/>
                        <dgm:forEach name="Name25" ref="repeat"/>
                      </dgm:layoutNode>
                    </dgm:layoutNode>
                  </dgm:forEach>
                </dgm:forEach>
              </dgm:layoutNode>
            </dgm:layoutNode>
          </dgm:forEach>
        </dgm:forEach>
      </dgm:layoutNode>
    </dgm:layoutNode>
    <dgm:layoutNode name="bgShapesFlow">
      <dgm:alg type="lin">
        <dgm:param type="linDir" val="fromT"/>
        <dgm:param type="nodeVertAlign" val="t"/>
        <dgm:param type="vertAlign" val="t"/>
        <dgm:param type="nodeHorzAlign" val="ctr"/>
      </dgm:alg>
      <dgm:shape xmlns:r="http://schemas.openxmlformats.org/officeDocument/2006/relationships" r:blip="">
        <dgm:adjLst/>
      </dgm:shape>
      <dgm:presOf/>
      <dgm:constrLst>
        <dgm:constr type="userB"/>
        <dgm:constr type="w" for="ch" forName="rectComp" refType="w"/>
        <dgm:constr type="h" for="ch" forName="rectComp" refType="h"/>
        <dgm:constr type="w" for="des" forName="bgRect" refType="w"/>
        <dgm:constr type="primFontSz" for="des" forName="bgRectTx" op="equ"/>
      </dgm:constrLst>
      <dgm:ruleLst/>
      <dgm:forEach name="Name26" axis="ch" ptType="node" st="2">
        <dgm:layoutNode name="rectComp">
          <dgm:alg type="composite">
            <dgm:param type="vertAlign" val="t"/>
            <dgm:param type="horzAlign" val="ctr"/>
          </dgm:alg>
          <dgm:shape xmlns:r="http://schemas.openxmlformats.org/officeDocument/2006/relationships" r:blip="">
            <dgm:adjLst/>
          </dgm:shape>
          <dgm:presOf/>
          <dgm:choose name="Name27">
            <dgm:if name="Name28" func="var" arg="dir" op="equ" val="norm">
              <dgm:constrLst>
                <dgm:constr type="userA"/>
                <dgm:constr type="l" for="ch" forName="bgRect"/>
                <dgm:constr type="t" for="ch" forName="bgRect"/>
                <dgm:constr type="h" for="ch" forName="bgRect" refType="userA" fact="1.2"/>
                <dgm:constr type="l" for="ch" forName="bgRectTx"/>
                <dgm:constr type="t" for="ch" forName="bgRectTx"/>
                <dgm:constr type="w" for="ch" forName="bgRectTx" refType="w" refFor="ch" refForName="bgRect" fact="0.3"/>
                <dgm:constr type="h" for="ch" forName="bgRectTx" refType="h" refFor="ch" refForName="bgRect" op="equ"/>
              </dgm:constrLst>
            </dgm:if>
            <dgm:else name="Name29">
              <dgm:constrLst>
                <dgm:constr type="userA"/>
                <dgm:constr type="l" for="ch" forName="bgRect"/>
                <dgm:constr type="t" for="ch" forName="bgRect"/>
                <dgm:constr type="h" for="ch" forName="bgRect" refType="userA" fact="1.2"/>
                <dgm:constr type="r" for="ch" forName="bgRectTx" refType="w"/>
                <dgm:constr type="t" for="ch" forName="bgRectTx"/>
                <dgm:constr type="w" for="ch" forName="bgRectTx" refType="w" refFor="ch" refForName="bgRect" fact="0.3"/>
                <dgm:constr type="h" for="ch" forName="bgRectTx" refType="h" refFor="ch" refForName="bgRect" op="equ"/>
              </dgm:constrLst>
            </dgm:else>
          </dgm:choose>
          <dgm:ruleLst/>
          <dgm:layoutNode name="bgRect" styleLbl="bgShp">
            <dgm:alg type="sp"/>
            <dgm:shape xmlns:r="http://schemas.openxmlformats.org/officeDocument/2006/relationships" type="roundRect" r:blip="" zOrderOff="-999">
              <dgm:adjLst>
                <dgm:adj idx="1" val="0.1"/>
              </dgm:adjLst>
            </dgm:shape>
            <dgm:presOf axis="desOrSelf" ptType="node"/>
            <dgm:constrLst/>
            <dgm:ruleLst/>
          </dgm:layoutNode>
          <dgm:layoutNode name="bgRectTx" styleLbl="bgShp">
            <dgm:varLst>
              <dgm:bulletEnabled val="1"/>
            </dgm:varLst>
            <dgm:alg type="tx"/>
            <dgm:presOf axis="desOrSelf" ptType="node"/>
            <dgm:shape xmlns:r="http://schemas.openxmlformats.org/officeDocument/2006/relationships" type="rect" r:blip="" zOrderOff="-999" hideGeom="1">
              <dgm:adjLst/>
            </dgm:shape>
            <dgm:constrLst>
              <dgm:constr type="primFontSz" val="65"/>
            </dgm:constrLst>
            <dgm:ruleLst>
              <dgm:rule type="primFontSz" val="5" fact="NaN" max="NaN"/>
            </dgm:ruleLst>
          </dgm:layoutNode>
        </dgm:layoutNode>
        <dgm:choose name="Name30">
          <dgm:if name="Name31" axis="self" ptType="node" func="revPos" op="gte" val="2">
            <dgm:layoutNode name="spComp">
              <dgm:alg type="composite">
                <dgm:param type="vertAlign" val="t"/>
                <dgm:param type="horzAlign" val="ctr"/>
              </dgm:alg>
              <dgm:shape xmlns:r="http://schemas.openxmlformats.org/officeDocument/2006/relationships" r:blip="">
                <dgm:adjLst/>
              </dgm:shape>
              <dgm:presOf/>
              <dgm:constrLst>
                <dgm:constr type="userA"/>
                <dgm:constr type="userB"/>
                <dgm:constr type="l" for="ch" forName="vSp"/>
                <dgm:constr type="t" for="ch" forName="vSp"/>
                <dgm:constr type="h" for="ch" forName="vSp" refType="userB"/>
                <dgm:constr type="hOff" for="ch" forName="vSp" refType="userA" fact="-0.2"/>
              </dgm:constrLst>
              <dgm:ruleLst/>
              <dgm:layoutNode name="vSp">
                <dgm:alg type="sp"/>
                <dgm:shape xmlns:r="http://schemas.openxmlformats.org/officeDocument/2006/relationships" r:blip="">
                  <dgm:adjLst/>
                </dgm:shape>
                <dgm:presOf/>
                <dgm:constrLst/>
                <dgm:ruleLst/>
              </dgm:layoutNode>
            </dgm:layoutNode>
          </dgm:if>
          <dgm:else name="Name32"/>
        </dgm:choose>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532AD96-3B5B-43D8-9B5C-F15BBE040C7B}" type="datetimeFigureOut">
              <a:rPr lang="en-US" smtClean="0"/>
              <a:t>3/5/2026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1024840-C23E-441E-BAA4-1FDEE270CB37}" type="slidenum">
              <a:rPr lang="en-US" smtClean="0"/>
              <a:t>‹#›</a:t>
            </a:fld>
            <a:endParaRPr lang="en-US"/>
          </a:p>
        </p:txBody>
      </p:sp>
    </p:spTree>
    <p:extLst>
      <p:ext uri="{BB962C8B-B14F-4D97-AF65-F5344CB8AC3E}">
        <p14:creationId xmlns:p14="http://schemas.microsoft.com/office/powerpoint/2010/main" val="42212866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BDF68F4-F028-40CC-9BAD-01562F04E8B4}" type="slidenum">
              <a:rPr lang="en-US" smtClean="0"/>
              <a:t>1</a:t>
            </a:fld>
            <a:endParaRPr lang="en-US"/>
          </a:p>
        </p:txBody>
      </p:sp>
    </p:spTree>
    <p:extLst>
      <p:ext uri="{BB962C8B-B14F-4D97-AF65-F5344CB8AC3E}">
        <p14:creationId xmlns:p14="http://schemas.microsoft.com/office/powerpoint/2010/main" val="20499344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BDF68F4-F028-40CC-9BAD-01562F04E8B4}" type="slidenum">
              <a:rPr lang="en-US" smtClean="0"/>
              <a:t>2</a:t>
            </a:fld>
            <a:endParaRPr lang="en-US"/>
          </a:p>
        </p:txBody>
      </p:sp>
    </p:spTree>
    <p:extLst>
      <p:ext uri="{BB962C8B-B14F-4D97-AF65-F5344CB8AC3E}">
        <p14:creationId xmlns:p14="http://schemas.microsoft.com/office/powerpoint/2010/main" val="14670347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BDF68F4-F028-40CC-9BAD-01562F04E8B4}" type="slidenum">
              <a:rPr lang="en-US" smtClean="0"/>
              <a:t>4</a:t>
            </a:fld>
            <a:endParaRPr lang="en-US"/>
          </a:p>
        </p:txBody>
      </p:sp>
    </p:spTree>
    <p:extLst>
      <p:ext uri="{BB962C8B-B14F-4D97-AF65-F5344CB8AC3E}">
        <p14:creationId xmlns:p14="http://schemas.microsoft.com/office/powerpoint/2010/main" val="2796660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BDF68F4-F028-40CC-9BAD-01562F04E8B4}" type="slidenum">
              <a:rPr lang="en-US" smtClean="0"/>
              <a:t>6</a:t>
            </a:fld>
            <a:endParaRPr lang="en-US"/>
          </a:p>
        </p:txBody>
      </p:sp>
    </p:spTree>
    <p:extLst>
      <p:ext uri="{BB962C8B-B14F-4D97-AF65-F5344CB8AC3E}">
        <p14:creationId xmlns:p14="http://schemas.microsoft.com/office/powerpoint/2010/main" val="40065083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B112F6-1766-4308-4093-D43C355921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9CC9D9-E00A-DADC-C80A-5C51A5D577B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E3F8E3F-42A3-DA87-42FF-2CDE7C70276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62DB16D-ADC4-8DCA-CE9A-8BC883D39A4E}"/>
              </a:ext>
            </a:extLst>
          </p:cNvPr>
          <p:cNvSpPr>
            <a:spLocks noGrp="1"/>
          </p:cNvSpPr>
          <p:nvPr>
            <p:ph type="sldNum" sz="quarter" idx="5"/>
          </p:nvPr>
        </p:nvSpPr>
        <p:spPr/>
        <p:txBody>
          <a:bodyPr/>
          <a:lstStyle/>
          <a:p>
            <a:fld id="{ABDF68F4-F028-40CC-9BAD-01562F04E8B4}" type="slidenum">
              <a:rPr lang="en-US" smtClean="0"/>
              <a:t>7</a:t>
            </a:fld>
            <a:endParaRPr lang="en-US"/>
          </a:p>
        </p:txBody>
      </p:sp>
    </p:spTree>
    <p:extLst>
      <p:ext uri="{BB962C8B-B14F-4D97-AF65-F5344CB8AC3E}">
        <p14:creationId xmlns:p14="http://schemas.microsoft.com/office/powerpoint/2010/main" val="256287507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7A4AEC-3A5A-0D03-2139-C72180EF2D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28D910-2D7A-A5DB-CAC1-B773AB54C2B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54D0A8A-85B3-60E5-08BA-DAE6BD3B55D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3271DBA-769B-2280-7C64-5132F7752459}"/>
              </a:ext>
            </a:extLst>
          </p:cNvPr>
          <p:cNvSpPr>
            <a:spLocks noGrp="1"/>
          </p:cNvSpPr>
          <p:nvPr>
            <p:ph type="sldNum" sz="quarter" idx="5"/>
          </p:nvPr>
        </p:nvSpPr>
        <p:spPr/>
        <p:txBody>
          <a:bodyPr/>
          <a:lstStyle/>
          <a:p>
            <a:fld id="{ABDF68F4-F028-40CC-9BAD-01562F04E8B4}" type="slidenum">
              <a:rPr lang="en-US" smtClean="0"/>
              <a:t>10</a:t>
            </a:fld>
            <a:endParaRPr lang="en-US"/>
          </a:p>
        </p:txBody>
      </p:sp>
    </p:spTree>
    <p:extLst>
      <p:ext uri="{BB962C8B-B14F-4D97-AF65-F5344CB8AC3E}">
        <p14:creationId xmlns:p14="http://schemas.microsoft.com/office/powerpoint/2010/main" val="424291219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84C788-8626-C569-2B8A-16C128D497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A9CD58-DEFA-280A-8C30-AE4604AC8A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3AC751-75F2-EC97-6BBC-60DE2064800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B94A402-C254-6AEE-623A-BF3D176E256A}"/>
              </a:ext>
            </a:extLst>
          </p:cNvPr>
          <p:cNvSpPr>
            <a:spLocks noGrp="1"/>
          </p:cNvSpPr>
          <p:nvPr>
            <p:ph type="sldNum" sz="quarter" idx="5"/>
          </p:nvPr>
        </p:nvSpPr>
        <p:spPr/>
        <p:txBody>
          <a:bodyPr/>
          <a:lstStyle/>
          <a:p>
            <a:fld id="{ABDF68F4-F028-40CC-9BAD-01562F04E8B4}" type="slidenum">
              <a:rPr lang="en-US" smtClean="0"/>
              <a:t>11</a:t>
            </a:fld>
            <a:endParaRPr lang="en-US"/>
          </a:p>
        </p:txBody>
      </p:sp>
    </p:spTree>
    <p:extLst>
      <p:ext uri="{BB962C8B-B14F-4D97-AF65-F5344CB8AC3E}">
        <p14:creationId xmlns:p14="http://schemas.microsoft.com/office/powerpoint/2010/main" val="212074342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with Picture">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85800" y="4953000"/>
            <a:ext cx="10789920" cy="786384"/>
          </a:xfrm>
        </p:spPr>
        <p:txBody>
          <a:bodyPr vert="horz" lIns="91440" tIns="45720" rIns="91440" bIns="45720" rtlCol="0" anchor="b">
            <a:normAutofit/>
          </a:bodyPr>
          <a:lstStyle>
            <a:lvl1pPr>
              <a:defRPr lang="en-US" sz="4000" dirty="0">
                <a:solidFill>
                  <a:schemeClr val="accent2"/>
                </a:solidFill>
              </a:defRPr>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85800" y="5723056"/>
            <a:ext cx="10789920" cy="365125"/>
          </a:xfrm>
        </p:spPr>
        <p:txBody>
          <a:bodyPr vert="horz" lIns="91440" tIns="45720" rIns="91440" bIns="45720" rtlCol="0">
            <a:normAutofit/>
          </a:bodyPr>
          <a:lstStyle>
            <a:lvl1pPr marL="0" indent="0">
              <a:buNone/>
              <a:defRPr lang="en-US" sz="1600" dirty="0">
                <a:solidFill>
                  <a:schemeClr val="accent5"/>
                </a:solidFill>
              </a:defRPr>
            </a:lvl1pPr>
          </a:lstStyle>
          <a:p>
            <a:pPr lvl="0"/>
            <a:r>
              <a:rPr lang="en-US" dirty="0"/>
              <a:t>Click to edit Master subtitle style</a:t>
            </a:r>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0" y="0"/>
            <a:ext cx="12191999" cy="4754880"/>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15" name="Footer Placeholder 14">
            <a:extLst>
              <a:ext uri="{FF2B5EF4-FFF2-40B4-BE49-F238E27FC236}">
                <a16:creationId xmlns:a16="http://schemas.microsoft.com/office/drawing/2014/main" id="{C85E6B85-DD51-B9C3-1A0F-526FD2B32B95}"/>
              </a:ext>
            </a:extLst>
          </p:cNvPr>
          <p:cNvSpPr>
            <a:spLocks noGrp="1"/>
          </p:cNvSpPr>
          <p:nvPr>
            <p:ph type="ftr" sz="quarter" idx="15"/>
          </p:nvPr>
        </p:nvSpPr>
        <p:spPr/>
        <p:txBody>
          <a:bodyPr/>
          <a:lstStyle>
            <a:lvl1pPr>
              <a:defRPr b="0">
                <a:solidFill>
                  <a:schemeClr val="accent5"/>
                </a:solidFill>
              </a:defRPr>
            </a:lvl1pPr>
          </a:lstStyle>
          <a:p>
            <a:endParaRPr lang="en-US" b="0" dirty="0"/>
          </a:p>
        </p:txBody>
      </p:sp>
      <p:sp>
        <p:nvSpPr>
          <p:cNvPr id="14" name="Date Placeholder 13">
            <a:extLst>
              <a:ext uri="{FF2B5EF4-FFF2-40B4-BE49-F238E27FC236}">
                <a16:creationId xmlns:a16="http://schemas.microsoft.com/office/drawing/2014/main" id="{34483B51-BAEC-F543-9306-DB4C7AF5BD2C}"/>
              </a:ext>
            </a:extLst>
          </p:cNvPr>
          <p:cNvSpPr>
            <a:spLocks noGrp="1"/>
          </p:cNvSpPr>
          <p:nvPr>
            <p:ph type="dt" sz="half" idx="14"/>
          </p:nvPr>
        </p:nvSpPr>
        <p:spPr/>
        <p:txBody>
          <a:bodyPr/>
          <a:lstStyle>
            <a:lvl1pPr>
              <a:defRPr b="0">
                <a:solidFill>
                  <a:schemeClr val="accent5"/>
                </a:solidFill>
              </a:defRPr>
            </a:lvl1pPr>
          </a:lstStyle>
          <a:p>
            <a:fld id="{B72EA355-EE8B-47EB-B6F6-9F5690AE9D78}" type="datetime1">
              <a:rPr lang="en-US" smtClean="0"/>
              <a:t>3/5/2026</a:t>
            </a:fld>
            <a:endParaRPr lang="en-US" b="0" dirty="0"/>
          </a:p>
        </p:txBody>
      </p:sp>
      <p:sp>
        <p:nvSpPr>
          <p:cNvPr id="16" name="Slide Number Placeholder 15">
            <a:extLst>
              <a:ext uri="{FF2B5EF4-FFF2-40B4-BE49-F238E27FC236}">
                <a16:creationId xmlns:a16="http://schemas.microsoft.com/office/drawing/2014/main" id="{49BFBAB6-9C99-43B8-8C8A-FF7580EA82CC}"/>
              </a:ext>
            </a:extLst>
          </p:cNvPr>
          <p:cNvSpPr>
            <a:spLocks noGrp="1"/>
          </p:cNvSpPr>
          <p:nvPr>
            <p:ph type="sldNum" sz="quarter" idx="16"/>
          </p:nvPr>
        </p:nvSpPr>
        <p:spPr>
          <a:solidFill>
            <a:schemeClr val="accent1">
              <a:lumMod val="90000"/>
              <a:lumOff val="10000"/>
            </a:schemeClr>
          </a:solidFill>
        </p:spPr>
        <p:txBody>
          <a:bodyPr/>
          <a:lstStyle>
            <a:lvl1pPr>
              <a:defRPr b="0">
                <a:solidFill>
                  <a:schemeClr val="accent5"/>
                </a:solidFill>
              </a:defRPr>
            </a:lvl1pPr>
          </a:lstStyle>
          <a:p>
            <a:fld id="{AEAA3239-9EA4-4A65-A281-97F994456D9F}" type="slidenum">
              <a:rPr lang="en-US" smtClean="0"/>
              <a:pPr/>
              <a:t>‹#›</a:t>
            </a:fld>
            <a:endParaRPr lang="en-US" b="0" dirty="0"/>
          </a:p>
        </p:txBody>
      </p:sp>
    </p:spTree>
    <p:extLst>
      <p:ext uri="{BB962C8B-B14F-4D97-AF65-F5344CB8AC3E}">
        <p14:creationId xmlns:p14="http://schemas.microsoft.com/office/powerpoint/2010/main" val="194426449"/>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nchor="b"/>
          <a:lstStyle/>
          <a:p>
            <a:r>
              <a:rPr lang="en-US" dirty="0"/>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Footer Placeholder 13">
            <a:extLst>
              <a:ext uri="{FF2B5EF4-FFF2-40B4-BE49-F238E27FC236}">
                <a16:creationId xmlns:a16="http://schemas.microsoft.com/office/drawing/2014/main" id="{7A6B1363-C680-CD66-D9AB-FC7F9B2AAE5B}"/>
              </a:ext>
            </a:extLst>
          </p:cNvPr>
          <p:cNvSpPr>
            <a:spLocks noGrp="1"/>
          </p:cNvSpPr>
          <p:nvPr>
            <p:ph type="ftr" sz="quarter" idx="11"/>
          </p:nvPr>
        </p:nvSpPr>
        <p:spPr/>
        <p:txBody>
          <a:bodyPr/>
          <a:lstStyle/>
          <a:p>
            <a:endParaRPr lang="en-US" sz="900" dirty="0"/>
          </a:p>
        </p:txBody>
      </p:sp>
      <p:sp>
        <p:nvSpPr>
          <p:cNvPr id="13" name="Date Placeholder 12">
            <a:extLst>
              <a:ext uri="{FF2B5EF4-FFF2-40B4-BE49-F238E27FC236}">
                <a16:creationId xmlns:a16="http://schemas.microsoft.com/office/drawing/2014/main" id="{6BAC46A9-8368-539A-C6C7-283FD86450D0}"/>
              </a:ext>
            </a:extLst>
          </p:cNvPr>
          <p:cNvSpPr>
            <a:spLocks noGrp="1"/>
          </p:cNvSpPr>
          <p:nvPr>
            <p:ph type="dt" sz="half" idx="10"/>
          </p:nvPr>
        </p:nvSpPr>
        <p:spPr/>
        <p:txBody>
          <a:bodyPr/>
          <a:lstStyle/>
          <a:p>
            <a:fld id="{9B11A2B0-8AEA-48A8-ADCF-9BF4BC70A109}" type="datetime1">
              <a:rPr lang="en-US" smtClean="0"/>
              <a:t>3/5/2026</a:t>
            </a:fld>
            <a:endParaRPr lang="en-US" sz="900" dirty="0"/>
          </a:p>
        </p:txBody>
      </p:sp>
      <p:sp>
        <p:nvSpPr>
          <p:cNvPr id="15" name="Slide Number Placeholder 14">
            <a:extLst>
              <a:ext uri="{FF2B5EF4-FFF2-40B4-BE49-F238E27FC236}">
                <a16:creationId xmlns:a16="http://schemas.microsoft.com/office/drawing/2014/main" id="{134031AA-21A9-A2B8-A1F5-5B84DB24753A}"/>
              </a:ext>
            </a:extLst>
          </p:cNvPr>
          <p:cNvSpPr>
            <a:spLocks noGrp="1"/>
          </p:cNvSpPr>
          <p:nvPr>
            <p:ph type="sldNum" sz="quarter" idx="12"/>
          </p:nvPr>
        </p:nvSpPr>
        <p:spPr/>
        <p:txBody>
          <a:bodyPr/>
          <a:lstStyle/>
          <a:p>
            <a:fld id="{AEAA3239-9EA4-4A65-A281-97F994456D9F}" type="slidenum">
              <a:rPr lang="en-US" smtClean="0"/>
              <a:pPr/>
              <a:t>‹#›</a:t>
            </a:fld>
            <a:endParaRPr lang="en-US" sz="900" dirty="0"/>
          </a:p>
        </p:txBody>
      </p:sp>
    </p:spTree>
    <p:extLst>
      <p:ext uri="{BB962C8B-B14F-4D97-AF65-F5344CB8AC3E}">
        <p14:creationId xmlns:p14="http://schemas.microsoft.com/office/powerpoint/2010/main" val="38716516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2">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772400" y="685800"/>
            <a:ext cx="3749040" cy="3931920"/>
          </a:xfrm>
        </p:spPr>
        <p:txBody>
          <a:bodyPr vert="horz" lIns="91440" tIns="45720" rIns="91440" bIns="45720" rtlCol="0" anchor="t">
            <a:normAutofit/>
          </a:bodyPr>
          <a:lstStyle>
            <a:lvl1pPr>
              <a:defRPr lang="en-US" sz="4400" dirty="0">
                <a:solidFill>
                  <a:schemeClr val="accent2"/>
                </a:solidFill>
              </a:defRPr>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772400" y="4870174"/>
            <a:ext cx="3749040" cy="1033669"/>
          </a:xfrm>
        </p:spPr>
        <p:txBody>
          <a:bodyPr vert="horz" lIns="91440" tIns="45720" rIns="91440" bIns="45720" rtlCol="0" anchor="b">
            <a:normAutofit/>
          </a:bodyPr>
          <a:lstStyle>
            <a:lvl1pPr marL="0" indent="0">
              <a:buNone/>
              <a:defRPr lang="en-US" sz="2000" dirty="0">
                <a:solidFill>
                  <a:schemeClr val="accent5"/>
                </a:solidFill>
              </a:defRPr>
            </a:lvl1pPr>
          </a:lstStyle>
          <a:p>
            <a:pPr lvl="0"/>
            <a:r>
              <a:rPr lang="en-US" dirty="0"/>
              <a:t>Click to edit Master subtitle style</a:t>
            </a:r>
          </a:p>
        </p:txBody>
      </p:sp>
      <p:sp>
        <p:nvSpPr>
          <p:cNvPr id="14" name="Picture Placeholder 13">
            <a:extLst>
              <a:ext uri="{FF2B5EF4-FFF2-40B4-BE49-F238E27FC236}">
                <a16:creationId xmlns:a16="http://schemas.microsoft.com/office/drawing/2014/main" id="{51A639AF-317A-79DF-3175-64C726EA3189}"/>
              </a:ext>
            </a:extLst>
          </p:cNvPr>
          <p:cNvSpPr>
            <a:spLocks noGrp="1"/>
          </p:cNvSpPr>
          <p:nvPr>
            <p:ph type="pic" sz="quarter" idx="14" hasCustomPrompt="1"/>
          </p:nvPr>
        </p:nvSpPr>
        <p:spPr>
          <a:xfrm>
            <a:off x="0" y="0"/>
            <a:ext cx="7195675" cy="6858000"/>
          </a:xfrm>
          <a:custGeom>
            <a:avLst/>
            <a:gdLst>
              <a:gd name="connsiteX0" fmla="*/ 0 w 7195675"/>
              <a:gd name="connsiteY0" fmla="*/ 0 h 6858000"/>
              <a:gd name="connsiteX1" fmla="*/ 7195675 w 7195675"/>
              <a:gd name="connsiteY1" fmla="*/ 0 h 6858000"/>
              <a:gd name="connsiteX2" fmla="*/ 7195675 w 7195675"/>
              <a:gd name="connsiteY2" fmla="*/ 6858000 h 6858000"/>
              <a:gd name="connsiteX3" fmla="*/ 0 w 719567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195675" h="6858000">
                <a:moveTo>
                  <a:pt x="0" y="0"/>
                </a:moveTo>
                <a:lnTo>
                  <a:pt x="7195675" y="0"/>
                </a:lnTo>
                <a:lnTo>
                  <a:pt x="7195675"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17" name="Footer Placeholder 16">
            <a:extLst>
              <a:ext uri="{FF2B5EF4-FFF2-40B4-BE49-F238E27FC236}">
                <a16:creationId xmlns:a16="http://schemas.microsoft.com/office/drawing/2014/main" id="{CBBFAB2B-01D7-D044-2081-96C1458C67AF}"/>
              </a:ext>
            </a:extLst>
          </p:cNvPr>
          <p:cNvSpPr>
            <a:spLocks noGrp="1"/>
          </p:cNvSpPr>
          <p:nvPr>
            <p:ph type="ftr" sz="quarter" idx="16"/>
          </p:nvPr>
        </p:nvSpPr>
        <p:spPr>
          <a:xfrm>
            <a:off x="7772400" y="6309360"/>
            <a:ext cx="2438400" cy="548640"/>
          </a:xfrm>
        </p:spPr>
        <p:txBody>
          <a:bodyPr lIns="91440" rIns="91440"/>
          <a:lstStyle>
            <a:lvl1pPr algn="l">
              <a:defRPr b="0">
                <a:solidFill>
                  <a:schemeClr val="accent5"/>
                </a:solidFill>
              </a:defRPr>
            </a:lvl1pPr>
          </a:lstStyle>
          <a:p>
            <a:endParaRPr lang="en-US" b="0" dirty="0"/>
          </a:p>
        </p:txBody>
      </p:sp>
      <p:sp>
        <p:nvSpPr>
          <p:cNvPr id="16" name="Date Placeholder 15">
            <a:extLst>
              <a:ext uri="{FF2B5EF4-FFF2-40B4-BE49-F238E27FC236}">
                <a16:creationId xmlns:a16="http://schemas.microsoft.com/office/drawing/2014/main" id="{FD41E24D-9DF2-8567-C427-B7D499C23E3A}"/>
              </a:ext>
            </a:extLst>
          </p:cNvPr>
          <p:cNvSpPr>
            <a:spLocks noGrp="1"/>
          </p:cNvSpPr>
          <p:nvPr>
            <p:ph type="dt" sz="half" idx="15"/>
          </p:nvPr>
        </p:nvSpPr>
        <p:spPr/>
        <p:txBody>
          <a:bodyPr/>
          <a:lstStyle>
            <a:lvl1pPr>
              <a:defRPr b="0">
                <a:solidFill>
                  <a:schemeClr val="accent5"/>
                </a:solidFill>
              </a:defRPr>
            </a:lvl1pPr>
          </a:lstStyle>
          <a:p>
            <a:fld id="{9AF3CDB6-BDF2-45D0-906F-F1140CF129F5}" type="datetime1">
              <a:rPr lang="en-US" smtClean="0"/>
              <a:t>3/5/2026</a:t>
            </a:fld>
            <a:endParaRPr lang="en-US" dirty="0"/>
          </a:p>
        </p:txBody>
      </p:sp>
      <p:sp>
        <p:nvSpPr>
          <p:cNvPr id="18" name="Slide Number Placeholder 17">
            <a:extLst>
              <a:ext uri="{FF2B5EF4-FFF2-40B4-BE49-F238E27FC236}">
                <a16:creationId xmlns:a16="http://schemas.microsoft.com/office/drawing/2014/main" id="{C19C57A0-3CC0-974C-F999-A01B7DF19516}"/>
              </a:ext>
            </a:extLst>
          </p:cNvPr>
          <p:cNvSpPr>
            <a:spLocks noGrp="1"/>
          </p:cNvSpPr>
          <p:nvPr>
            <p:ph type="sldNum" sz="quarter" idx="17"/>
          </p:nvPr>
        </p:nvSpPr>
        <p:spPr>
          <a:solidFill>
            <a:schemeClr val="accent1">
              <a:lumMod val="90000"/>
              <a:lumOff val="10000"/>
            </a:schemeClr>
          </a:solidFill>
        </p:spPr>
        <p:txBody>
          <a:bodyPr/>
          <a:lstStyle>
            <a:lvl1pPr>
              <a:defRPr b="0"/>
            </a:lvl1pPr>
          </a:lstStyle>
          <a:p>
            <a:fld id="{AEAA3239-9EA4-4A65-A281-97F994456D9F}" type="slidenum">
              <a:rPr lang="en-US" smtClean="0"/>
              <a:pPr/>
              <a:t>‹#›</a:t>
            </a:fld>
            <a:endParaRPr lang="en-US" b="0" dirty="0"/>
          </a:p>
        </p:txBody>
      </p:sp>
    </p:spTree>
    <p:extLst>
      <p:ext uri="{BB962C8B-B14F-4D97-AF65-F5344CB8AC3E}">
        <p14:creationId xmlns:p14="http://schemas.microsoft.com/office/powerpoint/2010/main" val="3365454056"/>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with Picture 3">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955280" y="685800"/>
            <a:ext cx="3566160" cy="3571125"/>
          </a:xfrm>
        </p:spPr>
        <p:txBody>
          <a:bodyPr vert="horz" lIns="91440" tIns="45720" rIns="91440" bIns="45720" rtlCol="0" anchor="b">
            <a:normAutofit/>
          </a:bodyPr>
          <a:lstStyle>
            <a:lvl1pPr>
              <a:defRPr lang="en-US" sz="4400" dirty="0">
                <a:solidFill>
                  <a:schemeClr val="accent2"/>
                </a:solidFill>
              </a:defRPr>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955280" y="4403039"/>
            <a:ext cx="3566160" cy="1123122"/>
          </a:xfrm>
        </p:spPr>
        <p:txBody>
          <a:bodyPr vert="horz" lIns="91440" tIns="45720" rIns="91440" bIns="45720" rtlCol="0">
            <a:normAutofit/>
          </a:bodyPr>
          <a:lstStyle>
            <a:lvl1pPr marL="0" indent="0">
              <a:buNone/>
              <a:defRPr lang="en-US" sz="2000" dirty="0">
                <a:solidFill>
                  <a:schemeClr val="accent5"/>
                </a:solidFill>
              </a:defRPr>
            </a:lvl1pPr>
          </a:lstStyle>
          <a:p>
            <a:pPr lvl="0"/>
            <a:r>
              <a:rPr lang="en-US" dirty="0"/>
              <a:t>Click to edit Master subtitle style</a:t>
            </a:r>
          </a:p>
        </p:txBody>
      </p:sp>
      <p:sp>
        <p:nvSpPr>
          <p:cNvPr id="14" name="Picture Placeholder 13">
            <a:extLst>
              <a:ext uri="{FF2B5EF4-FFF2-40B4-BE49-F238E27FC236}">
                <a16:creationId xmlns:a16="http://schemas.microsoft.com/office/drawing/2014/main" id="{51A639AF-317A-79DF-3175-64C726EA3189}"/>
              </a:ext>
            </a:extLst>
          </p:cNvPr>
          <p:cNvSpPr>
            <a:spLocks noGrp="1"/>
          </p:cNvSpPr>
          <p:nvPr>
            <p:ph type="pic" sz="quarter" idx="14" hasCustomPrompt="1"/>
          </p:nvPr>
        </p:nvSpPr>
        <p:spPr>
          <a:xfrm>
            <a:off x="1" y="0"/>
            <a:ext cx="7424272" cy="6858000"/>
          </a:xfrm>
          <a:custGeom>
            <a:avLst/>
            <a:gdLst>
              <a:gd name="connsiteX0" fmla="*/ 0 w 7195675"/>
              <a:gd name="connsiteY0" fmla="*/ 0 h 6858000"/>
              <a:gd name="connsiteX1" fmla="*/ 7195675 w 7195675"/>
              <a:gd name="connsiteY1" fmla="*/ 0 h 6858000"/>
              <a:gd name="connsiteX2" fmla="*/ 7195675 w 7195675"/>
              <a:gd name="connsiteY2" fmla="*/ 6858000 h 6858000"/>
              <a:gd name="connsiteX3" fmla="*/ 0 w 719567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195675" h="6858000">
                <a:moveTo>
                  <a:pt x="0" y="0"/>
                </a:moveTo>
                <a:lnTo>
                  <a:pt x="7195675" y="0"/>
                </a:lnTo>
                <a:lnTo>
                  <a:pt x="7195675"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11" name="Footer Placeholder 10">
            <a:extLst>
              <a:ext uri="{FF2B5EF4-FFF2-40B4-BE49-F238E27FC236}">
                <a16:creationId xmlns:a16="http://schemas.microsoft.com/office/drawing/2014/main" id="{E9AF9E37-EACE-569E-F110-B4E3F4EF7137}"/>
              </a:ext>
            </a:extLst>
          </p:cNvPr>
          <p:cNvSpPr>
            <a:spLocks noGrp="1"/>
          </p:cNvSpPr>
          <p:nvPr>
            <p:ph type="ftr" sz="quarter" idx="16"/>
          </p:nvPr>
        </p:nvSpPr>
        <p:spPr>
          <a:xfrm>
            <a:off x="7955280" y="6309360"/>
            <a:ext cx="1444752" cy="548640"/>
          </a:xfrm>
        </p:spPr>
        <p:txBody>
          <a:bodyPr lIns="91440" rIns="91440"/>
          <a:lstStyle>
            <a:lvl1pPr>
              <a:defRPr b="0">
                <a:solidFill>
                  <a:schemeClr val="accent5"/>
                </a:solidFill>
              </a:defRPr>
            </a:lvl1pPr>
          </a:lstStyle>
          <a:p>
            <a:pPr algn="l"/>
            <a:endParaRPr lang="en-US" dirty="0"/>
          </a:p>
        </p:txBody>
      </p:sp>
      <p:sp>
        <p:nvSpPr>
          <p:cNvPr id="10" name="Date Placeholder 9">
            <a:extLst>
              <a:ext uri="{FF2B5EF4-FFF2-40B4-BE49-F238E27FC236}">
                <a16:creationId xmlns:a16="http://schemas.microsoft.com/office/drawing/2014/main" id="{AE4E592C-EE16-8366-A0CD-55B2C02F5479}"/>
              </a:ext>
            </a:extLst>
          </p:cNvPr>
          <p:cNvSpPr>
            <a:spLocks noGrp="1"/>
          </p:cNvSpPr>
          <p:nvPr>
            <p:ph type="dt" sz="half" idx="15"/>
          </p:nvPr>
        </p:nvSpPr>
        <p:spPr/>
        <p:txBody>
          <a:bodyPr/>
          <a:lstStyle>
            <a:lvl1pPr>
              <a:defRPr b="0">
                <a:solidFill>
                  <a:schemeClr val="accent5"/>
                </a:solidFill>
              </a:defRPr>
            </a:lvl1pPr>
          </a:lstStyle>
          <a:p>
            <a:fld id="{354E8BB4-B99D-4B89-B4C3-64F28ED9A009}" type="datetime1">
              <a:rPr lang="en-US" smtClean="0"/>
              <a:t>3/5/2026</a:t>
            </a:fld>
            <a:endParaRPr lang="en-US" dirty="0"/>
          </a:p>
        </p:txBody>
      </p:sp>
      <p:sp>
        <p:nvSpPr>
          <p:cNvPr id="12" name="Slide Number Placeholder 11">
            <a:extLst>
              <a:ext uri="{FF2B5EF4-FFF2-40B4-BE49-F238E27FC236}">
                <a16:creationId xmlns:a16="http://schemas.microsoft.com/office/drawing/2014/main" id="{45B859B5-326B-1048-3F2A-01A6A3F1AA9D}"/>
              </a:ext>
            </a:extLst>
          </p:cNvPr>
          <p:cNvSpPr>
            <a:spLocks noGrp="1"/>
          </p:cNvSpPr>
          <p:nvPr>
            <p:ph type="sldNum" sz="quarter" idx="17"/>
          </p:nvPr>
        </p:nvSpPr>
        <p:spPr>
          <a:solidFill>
            <a:schemeClr val="accent1">
              <a:lumMod val="90000"/>
              <a:lumOff val="10000"/>
            </a:schemeClr>
          </a:solidFill>
        </p:spPr>
        <p:txBody>
          <a:bodyPr/>
          <a:lstStyle>
            <a:lvl1pPr>
              <a:defRPr b="0">
                <a:solidFill>
                  <a:schemeClr val="accent5"/>
                </a:solidFill>
              </a:defRPr>
            </a:lvl1pPr>
          </a:lstStyle>
          <a:p>
            <a:fld id="{AEAA3239-9EA4-4A65-A281-97F994456D9F}" type="slidenum">
              <a:rPr lang="en-US" smtClean="0"/>
              <a:pPr/>
              <a:t>‹#›</a:t>
            </a:fld>
            <a:endParaRPr lang="en-US" dirty="0"/>
          </a:p>
        </p:txBody>
      </p:sp>
    </p:spTree>
    <p:extLst>
      <p:ext uri="{BB962C8B-B14F-4D97-AF65-F5344CB8AC3E}">
        <p14:creationId xmlns:p14="http://schemas.microsoft.com/office/powerpoint/2010/main" val="360879397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with Picture 4">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85800" y="685800"/>
            <a:ext cx="3840480" cy="3331896"/>
          </a:xfrm>
        </p:spPr>
        <p:txBody>
          <a:bodyPr vert="horz" lIns="91440" tIns="45720" rIns="91440" bIns="45720" rtlCol="0" anchor="t">
            <a:normAutofit/>
          </a:bodyPr>
          <a:lstStyle>
            <a:lvl1pPr>
              <a:defRPr lang="en-US" sz="4400" dirty="0">
                <a:solidFill>
                  <a:schemeClr val="accent2"/>
                </a:solidFill>
              </a:defRPr>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85800" y="4492488"/>
            <a:ext cx="3840480" cy="1411356"/>
          </a:xfrm>
        </p:spPr>
        <p:txBody>
          <a:bodyPr vert="horz" lIns="91440" tIns="45720" rIns="91440" bIns="45720" rtlCol="0" anchor="b">
            <a:normAutofit/>
          </a:bodyPr>
          <a:lstStyle>
            <a:lvl1pPr marL="0" indent="0">
              <a:buNone/>
              <a:defRPr lang="en-US" sz="2000" dirty="0">
                <a:solidFill>
                  <a:schemeClr val="accent5"/>
                </a:solidFill>
              </a:defRPr>
            </a:lvl1pPr>
          </a:lstStyle>
          <a:p>
            <a:pPr lvl="0"/>
            <a:r>
              <a:rPr lang="en-US"/>
              <a:t>Click to edit Master subtitle style</a:t>
            </a:r>
            <a:endParaRPr lang="en-US" dirty="0"/>
          </a:p>
        </p:txBody>
      </p:sp>
      <p:sp>
        <p:nvSpPr>
          <p:cNvPr id="17" name="Footer Placeholder 16">
            <a:extLst>
              <a:ext uri="{FF2B5EF4-FFF2-40B4-BE49-F238E27FC236}">
                <a16:creationId xmlns:a16="http://schemas.microsoft.com/office/drawing/2014/main" id="{ACFD9A81-0421-82B4-DD18-3A7E76292FA4}"/>
              </a:ext>
            </a:extLst>
          </p:cNvPr>
          <p:cNvSpPr>
            <a:spLocks noGrp="1"/>
          </p:cNvSpPr>
          <p:nvPr>
            <p:ph type="ftr" sz="quarter" idx="15"/>
          </p:nvPr>
        </p:nvSpPr>
        <p:spPr>
          <a:xfrm>
            <a:off x="685800" y="6309360"/>
            <a:ext cx="1444752" cy="548640"/>
          </a:xfrm>
        </p:spPr>
        <p:txBody>
          <a:bodyPr lIns="91440" rIns="91440"/>
          <a:lstStyle>
            <a:lvl1pPr algn="l">
              <a:defRPr b="0">
                <a:solidFill>
                  <a:schemeClr val="accent5"/>
                </a:solidFill>
              </a:defRPr>
            </a:lvl1pPr>
          </a:lstStyle>
          <a:p>
            <a:endParaRPr lang="en-US" b="0" dirty="0"/>
          </a:p>
        </p:txBody>
      </p:sp>
      <p:sp>
        <p:nvSpPr>
          <p:cNvPr id="16" name="Date Placeholder 15">
            <a:extLst>
              <a:ext uri="{FF2B5EF4-FFF2-40B4-BE49-F238E27FC236}">
                <a16:creationId xmlns:a16="http://schemas.microsoft.com/office/drawing/2014/main" id="{C2B408D8-3BD4-92A7-A0AE-86B7B718611C}"/>
              </a:ext>
            </a:extLst>
          </p:cNvPr>
          <p:cNvSpPr>
            <a:spLocks noGrp="1"/>
          </p:cNvSpPr>
          <p:nvPr>
            <p:ph type="dt" sz="half" idx="14"/>
          </p:nvPr>
        </p:nvSpPr>
        <p:spPr>
          <a:xfrm>
            <a:off x="3611880" y="6323874"/>
            <a:ext cx="914400" cy="548640"/>
          </a:xfrm>
        </p:spPr>
        <p:txBody>
          <a:bodyPr lIns="91440" rIns="91440"/>
          <a:lstStyle>
            <a:lvl1pPr algn="r">
              <a:defRPr b="0">
                <a:solidFill>
                  <a:schemeClr val="accent5"/>
                </a:solidFill>
              </a:defRPr>
            </a:lvl1pPr>
          </a:lstStyle>
          <a:p>
            <a:fld id="{16CEBE68-93CA-46D7-A645-3ACEC090DF3D}" type="datetime1">
              <a:rPr lang="en-US" smtClean="0"/>
              <a:t>3/5/2026</a:t>
            </a:fld>
            <a:endParaRPr lang="en-US" b="0" dirty="0"/>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5111574" y="0"/>
            <a:ext cx="7080426"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18" name="Slide Number Placeholder 17">
            <a:extLst>
              <a:ext uri="{FF2B5EF4-FFF2-40B4-BE49-F238E27FC236}">
                <a16:creationId xmlns:a16="http://schemas.microsoft.com/office/drawing/2014/main" id="{B63CD4FA-3BB5-C3C1-C3D6-A8F03DDBD11D}"/>
              </a:ext>
            </a:extLst>
          </p:cNvPr>
          <p:cNvSpPr>
            <a:spLocks noGrp="1"/>
          </p:cNvSpPr>
          <p:nvPr>
            <p:ph type="sldNum" sz="quarter" idx="16"/>
          </p:nvPr>
        </p:nvSpPr>
        <p:spPr/>
        <p:txBody>
          <a:bodyPr/>
          <a:lstStyle>
            <a:lvl1pPr>
              <a:defRPr b="0"/>
            </a:lvl1pPr>
          </a:lstStyle>
          <a:p>
            <a:fld id="{AEAA3239-9EA4-4A65-A281-97F994456D9F}" type="slidenum">
              <a:rPr lang="en-US" smtClean="0"/>
              <a:pPr/>
              <a:t>‹#›</a:t>
            </a:fld>
            <a:endParaRPr lang="en-US" b="0" dirty="0"/>
          </a:p>
        </p:txBody>
      </p:sp>
    </p:spTree>
    <p:extLst>
      <p:ext uri="{BB962C8B-B14F-4D97-AF65-F5344CB8AC3E}">
        <p14:creationId xmlns:p14="http://schemas.microsoft.com/office/powerpoint/2010/main" val="2317997524"/>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with Picture 5">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846390" y="3276600"/>
            <a:ext cx="3657600" cy="2845567"/>
          </a:xfrm>
        </p:spPr>
        <p:txBody>
          <a:bodyPr vert="horz" lIns="91440" tIns="45720" rIns="91440" bIns="45720" rtlCol="0" anchor="t" anchorCtr="0">
            <a:normAutofit/>
          </a:bodyPr>
          <a:lstStyle>
            <a:lvl1pPr>
              <a:defRPr lang="en-US" sz="4400" dirty="0">
                <a:solidFill>
                  <a:schemeClr val="accent2"/>
                </a:solidFill>
              </a:defRPr>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846388" y="685802"/>
            <a:ext cx="3657600" cy="2113720"/>
          </a:xfrm>
        </p:spPr>
        <p:txBody>
          <a:bodyPr vert="horz" lIns="91440" tIns="45720" rIns="91440" bIns="45720" rtlCol="0" anchor="b" anchorCtr="0">
            <a:normAutofit/>
          </a:bodyPr>
          <a:lstStyle>
            <a:lvl1pPr marL="0" indent="0">
              <a:buNone/>
              <a:defRPr lang="en-US" sz="2000" dirty="0">
                <a:solidFill>
                  <a:schemeClr val="accent5"/>
                </a:solidFill>
              </a:defRPr>
            </a:lvl1pPr>
          </a:lstStyle>
          <a:p>
            <a:pPr lvl="0"/>
            <a:r>
              <a:rPr lang="en-US" dirty="0"/>
              <a:t>Click to edit Master subtitle style</a:t>
            </a:r>
          </a:p>
        </p:txBody>
      </p:sp>
      <p:sp>
        <p:nvSpPr>
          <p:cNvPr id="14" name="Picture Placeholder 13">
            <a:extLst>
              <a:ext uri="{FF2B5EF4-FFF2-40B4-BE49-F238E27FC236}">
                <a16:creationId xmlns:a16="http://schemas.microsoft.com/office/drawing/2014/main" id="{51A639AF-317A-79DF-3175-64C726EA3189}"/>
              </a:ext>
            </a:extLst>
          </p:cNvPr>
          <p:cNvSpPr>
            <a:spLocks noGrp="1"/>
          </p:cNvSpPr>
          <p:nvPr>
            <p:ph type="pic" sz="quarter" idx="14" hasCustomPrompt="1"/>
          </p:nvPr>
        </p:nvSpPr>
        <p:spPr>
          <a:xfrm>
            <a:off x="1" y="0"/>
            <a:ext cx="7424272" cy="6858000"/>
          </a:xfrm>
          <a:custGeom>
            <a:avLst/>
            <a:gdLst>
              <a:gd name="connsiteX0" fmla="*/ 0 w 7195675"/>
              <a:gd name="connsiteY0" fmla="*/ 0 h 6858000"/>
              <a:gd name="connsiteX1" fmla="*/ 7195675 w 7195675"/>
              <a:gd name="connsiteY1" fmla="*/ 0 h 6858000"/>
              <a:gd name="connsiteX2" fmla="*/ 7195675 w 7195675"/>
              <a:gd name="connsiteY2" fmla="*/ 6858000 h 6858000"/>
              <a:gd name="connsiteX3" fmla="*/ 0 w 719567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195675" h="6858000">
                <a:moveTo>
                  <a:pt x="0" y="0"/>
                </a:moveTo>
                <a:lnTo>
                  <a:pt x="7195675" y="0"/>
                </a:lnTo>
                <a:lnTo>
                  <a:pt x="7195675"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13" name="Footer Placeholder 12">
            <a:extLst>
              <a:ext uri="{FF2B5EF4-FFF2-40B4-BE49-F238E27FC236}">
                <a16:creationId xmlns:a16="http://schemas.microsoft.com/office/drawing/2014/main" id="{F9954665-4AE4-E66F-CBDA-FAA767B9F915}"/>
              </a:ext>
            </a:extLst>
          </p:cNvPr>
          <p:cNvSpPr>
            <a:spLocks noGrp="1"/>
          </p:cNvSpPr>
          <p:nvPr>
            <p:ph type="ftr" sz="quarter" idx="16"/>
          </p:nvPr>
        </p:nvSpPr>
        <p:spPr>
          <a:xfrm>
            <a:off x="7846390" y="6309360"/>
            <a:ext cx="1444752" cy="548640"/>
          </a:xfrm>
        </p:spPr>
        <p:txBody>
          <a:bodyPr lIns="91440" rIns="91440"/>
          <a:lstStyle>
            <a:lvl1pPr algn="l">
              <a:defRPr b="0">
                <a:solidFill>
                  <a:schemeClr val="accent5"/>
                </a:solidFill>
              </a:defRPr>
            </a:lvl1pPr>
          </a:lstStyle>
          <a:p>
            <a:endParaRPr lang="en-US" dirty="0"/>
          </a:p>
        </p:txBody>
      </p:sp>
      <p:sp>
        <p:nvSpPr>
          <p:cNvPr id="12" name="Date Placeholder 11">
            <a:extLst>
              <a:ext uri="{FF2B5EF4-FFF2-40B4-BE49-F238E27FC236}">
                <a16:creationId xmlns:a16="http://schemas.microsoft.com/office/drawing/2014/main" id="{23B3ED0A-0283-8DBC-399B-76A88525B9D5}"/>
              </a:ext>
            </a:extLst>
          </p:cNvPr>
          <p:cNvSpPr>
            <a:spLocks noGrp="1"/>
          </p:cNvSpPr>
          <p:nvPr>
            <p:ph type="dt" sz="half" idx="15"/>
          </p:nvPr>
        </p:nvSpPr>
        <p:spPr/>
        <p:txBody>
          <a:bodyPr/>
          <a:lstStyle>
            <a:lvl1pPr>
              <a:defRPr b="0">
                <a:solidFill>
                  <a:schemeClr val="accent5"/>
                </a:solidFill>
              </a:defRPr>
            </a:lvl1pPr>
          </a:lstStyle>
          <a:p>
            <a:fld id="{E319002B-B66D-4569-8873-D242A1F75CC8}" type="datetime1">
              <a:rPr lang="en-US" smtClean="0"/>
              <a:t>3/5/2026</a:t>
            </a:fld>
            <a:endParaRPr lang="en-US" dirty="0"/>
          </a:p>
        </p:txBody>
      </p:sp>
      <p:sp>
        <p:nvSpPr>
          <p:cNvPr id="15" name="Slide Number Placeholder 14">
            <a:extLst>
              <a:ext uri="{FF2B5EF4-FFF2-40B4-BE49-F238E27FC236}">
                <a16:creationId xmlns:a16="http://schemas.microsoft.com/office/drawing/2014/main" id="{ABEFD957-C473-4A3C-F70B-A30911A5B7C8}"/>
              </a:ext>
            </a:extLst>
          </p:cNvPr>
          <p:cNvSpPr>
            <a:spLocks noGrp="1"/>
          </p:cNvSpPr>
          <p:nvPr>
            <p:ph type="sldNum" sz="quarter" idx="17"/>
          </p:nvPr>
        </p:nvSpPr>
        <p:spPr>
          <a:solidFill>
            <a:schemeClr val="accent1">
              <a:lumMod val="90000"/>
              <a:lumOff val="10000"/>
            </a:schemeClr>
          </a:solidFill>
        </p:spPr>
        <p:txBody>
          <a:bodyPr/>
          <a:lstStyle>
            <a:lvl1pPr>
              <a:defRPr b="0">
                <a:solidFill>
                  <a:schemeClr val="accent5"/>
                </a:solidFill>
              </a:defRPr>
            </a:lvl1pPr>
          </a:lstStyle>
          <a:p>
            <a:fld id="{AEAA3239-9EA4-4A65-A281-97F994456D9F}" type="slidenum">
              <a:rPr lang="en-US" smtClean="0"/>
              <a:pPr/>
              <a:t>‹#›</a:t>
            </a:fld>
            <a:endParaRPr lang="en-US" dirty="0"/>
          </a:p>
        </p:txBody>
      </p:sp>
    </p:spTree>
    <p:extLst>
      <p:ext uri="{BB962C8B-B14F-4D97-AF65-F5344CB8AC3E}">
        <p14:creationId xmlns:p14="http://schemas.microsoft.com/office/powerpoint/2010/main" val="1089913122"/>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85800" y="685800"/>
            <a:ext cx="9598152" cy="4144566"/>
          </a:xfrm>
        </p:spPr>
        <p:txBody>
          <a:bodyPr vert="horz" lIns="91440" tIns="45720" rIns="91440" bIns="45720" rtlCol="0" anchor="t">
            <a:normAutofit/>
          </a:bodyPr>
          <a:lstStyle>
            <a:lvl1pPr>
              <a:defRPr lang="en-US" sz="8000" dirty="0">
                <a:solidFill>
                  <a:schemeClr val="accent2"/>
                </a:solidFill>
              </a:defRPr>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85800" y="4937760"/>
            <a:ext cx="7769354" cy="960120"/>
          </a:xfrm>
        </p:spPr>
        <p:txBody>
          <a:bodyPr vert="horz" lIns="91440" tIns="45720" rIns="91440" bIns="45720" rtlCol="0" anchor="b">
            <a:normAutofit/>
          </a:bodyPr>
          <a:lstStyle>
            <a:lvl1pPr marL="0" indent="0">
              <a:buNone/>
              <a:defRPr lang="en-US" sz="2000" dirty="0">
                <a:solidFill>
                  <a:schemeClr val="accent5"/>
                </a:solidFill>
              </a:defRPr>
            </a:lvl1pPr>
          </a:lstStyle>
          <a:p>
            <a:pPr lvl="0"/>
            <a:r>
              <a:rPr lang="en-US" dirty="0"/>
              <a:t>Click to edit Master subtitle style</a:t>
            </a:r>
          </a:p>
        </p:txBody>
      </p:sp>
      <p:sp>
        <p:nvSpPr>
          <p:cNvPr id="9" name="Footer Placeholder 8">
            <a:extLst>
              <a:ext uri="{FF2B5EF4-FFF2-40B4-BE49-F238E27FC236}">
                <a16:creationId xmlns:a16="http://schemas.microsoft.com/office/drawing/2014/main" id="{62B026E3-ACB9-D9C1-D585-AFCCE9F7F232}"/>
              </a:ext>
            </a:extLst>
          </p:cNvPr>
          <p:cNvSpPr>
            <a:spLocks noGrp="1"/>
          </p:cNvSpPr>
          <p:nvPr>
            <p:ph type="ftr" sz="quarter" idx="11"/>
          </p:nvPr>
        </p:nvSpPr>
        <p:spPr/>
        <p:txBody>
          <a:bodyPr/>
          <a:lstStyle>
            <a:lvl1pPr>
              <a:defRPr b="0">
                <a:solidFill>
                  <a:schemeClr val="accent5"/>
                </a:solidFill>
              </a:defRPr>
            </a:lvl1pPr>
          </a:lstStyle>
          <a:p>
            <a:endParaRPr lang="en-US" dirty="0"/>
          </a:p>
        </p:txBody>
      </p:sp>
      <p:sp>
        <p:nvSpPr>
          <p:cNvPr id="8" name="Date Placeholder 7">
            <a:extLst>
              <a:ext uri="{FF2B5EF4-FFF2-40B4-BE49-F238E27FC236}">
                <a16:creationId xmlns:a16="http://schemas.microsoft.com/office/drawing/2014/main" id="{E7178590-69EB-0C65-77A9-FA70F7756C96}"/>
              </a:ext>
            </a:extLst>
          </p:cNvPr>
          <p:cNvSpPr>
            <a:spLocks noGrp="1"/>
          </p:cNvSpPr>
          <p:nvPr>
            <p:ph type="dt" sz="half" idx="10"/>
          </p:nvPr>
        </p:nvSpPr>
        <p:spPr/>
        <p:txBody>
          <a:bodyPr/>
          <a:lstStyle>
            <a:lvl1pPr>
              <a:defRPr b="0">
                <a:solidFill>
                  <a:schemeClr val="accent5"/>
                </a:solidFill>
              </a:defRPr>
            </a:lvl1pPr>
          </a:lstStyle>
          <a:p>
            <a:fld id="{FFDCD49C-7178-4FE7-81FA-E0E71379FCFE}" type="datetime1">
              <a:rPr lang="en-US" smtClean="0"/>
              <a:t>3/5/2026</a:t>
            </a:fld>
            <a:endParaRPr lang="en-US" dirty="0"/>
          </a:p>
        </p:txBody>
      </p:sp>
      <p:sp>
        <p:nvSpPr>
          <p:cNvPr id="10" name="Slide Number Placeholder 9">
            <a:extLst>
              <a:ext uri="{FF2B5EF4-FFF2-40B4-BE49-F238E27FC236}">
                <a16:creationId xmlns:a16="http://schemas.microsoft.com/office/drawing/2014/main" id="{5A1123C1-7FB9-709A-71B6-79DB02B8A03C}"/>
              </a:ext>
            </a:extLst>
          </p:cNvPr>
          <p:cNvSpPr>
            <a:spLocks noGrp="1"/>
          </p:cNvSpPr>
          <p:nvPr>
            <p:ph type="sldNum" sz="quarter" idx="12"/>
          </p:nvPr>
        </p:nvSpPr>
        <p:spPr>
          <a:solidFill>
            <a:schemeClr val="accent1">
              <a:lumMod val="90000"/>
              <a:lumOff val="10000"/>
            </a:schemeClr>
          </a:solidFill>
        </p:spPr>
        <p:txBody>
          <a:bodyPr/>
          <a:lstStyle>
            <a:lvl1pPr>
              <a:defRPr b="0">
                <a:solidFill>
                  <a:schemeClr val="accent5"/>
                </a:solidFill>
              </a:defRPr>
            </a:lvl1pPr>
          </a:lstStyle>
          <a:p>
            <a:fld id="{AEAA3239-9EA4-4A65-A281-97F994456D9F}" type="slidenum">
              <a:rPr lang="en-US" smtClean="0"/>
              <a:pPr/>
              <a:t>‹#›</a:t>
            </a:fld>
            <a:endParaRPr lang="en-US" dirty="0"/>
          </a:p>
        </p:txBody>
      </p:sp>
    </p:spTree>
    <p:extLst>
      <p:ext uri="{BB962C8B-B14F-4D97-AF65-F5344CB8AC3E}">
        <p14:creationId xmlns:p14="http://schemas.microsoft.com/office/powerpoint/2010/main" val="2639831282"/>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Title 2">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85800" y="1401420"/>
            <a:ext cx="9140954" cy="2836729"/>
          </a:xfrm>
        </p:spPr>
        <p:txBody>
          <a:bodyPr vert="horz" lIns="91440" tIns="45720" rIns="91440" bIns="45720" rtlCol="0" anchor="b">
            <a:normAutofit/>
          </a:bodyPr>
          <a:lstStyle>
            <a:lvl1pPr>
              <a:defRPr lang="en-US" sz="6800" dirty="0">
                <a:solidFill>
                  <a:schemeClr val="accent2"/>
                </a:solidFill>
              </a:defRPr>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85800" y="4318968"/>
            <a:ext cx="7312153" cy="1014984"/>
          </a:xfrm>
        </p:spPr>
        <p:txBody>
          <a:bodyPr vert="horz" lIns="91440" tIns="45720" rIns="91440" bIns="45720" rtlCol="0">
            <a:normAutofit/>
          </a:bodyPr>
          <a:lstStyle>
            <a:lvl1pPr marL="0" indent="0">
              <a:buNone/>
              <a:defRPr lang="en-US" sz="2000" dirty="0">
                <a:solidFill>
                  <a:schemeClr val="accent5"/>
                </a:solidFill>
              </a:defRPr>
            </a:lvl1pPr>
          </a:lstStyle>
          <a:p>
            <a:pPr lvl="0"/>
            <a:r>
              <a:rPr lang="en-US" dirty="0"/>
              <a:t>Click to edit Master subtitle style</a:t>
            </a:r>
          </a:p>
        </p:txBody>
      </p:sp>
      <p:sp>
        <p:nvSpPr>
          <p:cNvPr id="11" name="Footer Placeholder 10">
            <a:extLst>
              <a:ext uri="{FF2B5EF4-FFF2-40B4-BE49-F238E27FC236}">
                <a16:creationId xmlns:a16="http://schemas.microsoft.com/office/drawing/2014/main" id="{4B11C0B4-9F47-DBDA-8D0E-E312E7354F30}"/>
              </a:ext>
            </a:extLst>
          </p:cNvPr>
          <p:cNvSpPr>
            <a:spLocks noGrp="1"/>
          </p:cNvSpPr>
          <p:nvPr>
            <p:ph type="ftr" sz="quarter" idx="11"/>
          </p:nvPr>
        </p:nvSpPr>
        <p:spPr/>
        <p:txBody>
          <a:bodyPr/>
          <a:lstStyle>
            <a:lvl1pPr>
              <a:defRPr b="1">
                <a:solidFill>
                  <a:schemeClr val="accent5"/>
                </a:solidFill>
              </a:defRPr>
            </a:lvl1pPr>
          </a:lstStyle>
          <a:p>
            <a:endParaRPr lang="en-US" dirty="0"/>
          </a:p>
        </p:txBody>
      </p:sp>
      <p:sp>
        <p:nvSpPr>
          <p:cNvPr id="10" name="Date Placeholder 9">
            <a:extLst>
              <a:ext uri="{FF2B5EF4-FFF2-40B4-BE49-F238E27FC236}">
                <a16:creationId xmlns:a16="http://schemas.microsoft.com/office/drawing/2014/main" id="{F4EBD9A7-702F-644F-6937-CD2E7E507355}"/>
              </a:ext>
            </a:extLst>
          </p:cNvPr>
          <p:cNvSpPr>
            <a:spLocks noGrp="1"/>
          </p:cNvSpPr>
          <p:nvPr>
            <p:ph type="dt" sz="half" idx="10"/>
          </p:nvPr>
        </p:nvSpPr>
        <p:spPr/>
        <p:txBody>
          <a:bodyPr/>
          <a:lstStyle>
            <a:lvl1pPr>
              <a:defRPr b="1">
                <a:solidFill>
                  <a:schemeClr val="accent5"/>
                </a:solidFill>
              </a:defRPr>
            </a:lvl1pPr>
          </a:lstStyle>
          <a:p>
            <a:fld id="{26C1D07F-CE69-45D3-B3EC-FEBA5B939B47}" type="datetime1">
              <a:rPr lang="en-US" smtClean="0"/>
              <a:t>3/5/2026</a:t>
            </a:fld>
            <a:endParaRPr lang="en-US" dirty="0"/>
          </a:p>
        </p:txBody>
      </p:sp>
      <p:sp>
        <p:nvSpPr>
          <p:cNvPr id="12" name="Slide Number Placeholder 11">
            <a:extLst>
              <a:ext uri="{FF2B5EF4-FFF2-40B4-BE49-F238E27FC236}">
                <a16:creationId xmlns:a16="http://schemas.microsoft.com/office/drawing/2014/main" id="{79EFA6C2-F234-8C90-8C8A-DA65AD9EA579}"/>
              </a:ext>
            </a:extLst>
          </p:cNvPr>
          <p:cNvSpPr>
            <a:spLocks noGrp="1"/>
          </p:cNvSpPr>
          <p:nvPr>
            <p:ph type="sldNum" sz="quarter" idx="12"/>
          </p:nvPr>
        </p:nvSpPr>
        <p:spPr>
          <a:solidFill>
            <a:schemeClr val="accent1">
              <a:lumMod val="90000"/>
              <a:lumOff val="10000"/>
            </a:schemeClr>
          </a:solidFill>
        </p:spPr>
        <p:txBody>
          <a:bodyPr/>
          <a:lstStyle>
            <a:lvl1pPr>
              <a:defRPr b="1">
                <a:solidFill>
                  <a:schemeClr val="accent5"/>
                </a:solidFill>
              </a:defRPr>
            </a:lvl1pPr>
          </a:lstStyle>
          <a:p>
            <a:fld id="{AEAA3239-9EA4-4A65-A281-97F994456D9F}" type="slidenum">
              <a:rPr lang="en-US" smtClean="0"/>
              <a:pPr/>
              <a:t>‹#›</a:t>
            </a:fld>
            <a:endParaRPr lang="en-US" dirty="0"/>
          </a:p>
        </p:txBody>
      </p:sp>
    </p:spTree>
    <p:extLst>
      <p:ext uri="{BB962C8B-B14F-4D97-AF65-F5344CB8AC3E}">
        <p14:creationId xmlns:p14="http://schemas.microsoft.com/office/powerpoint/2010/main" val="345255257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Title 3">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981200" y="1560442"/>
            <a:ext cx="8229600" cy="2379013"/>
          </a:xfrm>
        </p:spPr>
        <p:txBody>
          <a:bodyPr anchor="b">
            <a:normAutofit/>
          </a:bodyPr>
          <a:lstStyle>
            <a:lvl1pPr algn="ctr">
              <a:defRPr sz="6000">
                <a:solidFill>
                  <a:schemeClr val="accent2"/>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3" y="4039648"/>
            <a:ext cx="7588155" cy="1029310"/>
          </a:xfrm>
        </p:spPr>
        <p:txBody>
          <a:bodyPr>
            <a:normAutofit/>
          </a:bodyPr>
          <a:lstStyle>
            <a:lvl1pPr marL="0" indent="0" algn="ctr">
              <a:buNone/>
              <a:defRPr sz="2000">
                <a:solidFill>
                  <a:schemeClr val="accent5"/>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1" name="Footer Placeholder 10">
            <a:extLst>
              <a:ext uri="{FF2B5EF4-FFF2-40B4-BE49-F238E27FC236}">
                <a16:creationId xmlns:a16="http://schemas.microsoft.com/office/drawing/2014/main" id="{D4522F89-1E56-F306-053D-C0B18C5254E7}"/>
              </a:ext>
            </a:extLst>
          </p:cNvPr>
          <p:cNvSpPr>
            <a:spLocks noGrp="1"/>
          </p:cNvSpPr>
          <p:nvPr>
            <p:ph type="ftr" sz="quarter" idx="11"/>
          </p:nvPr>
        </p:nvSpPr>
        <p:spPr/>
        <p:txBody>
          <a:bodyPr/>
          <a:lstStyle>
            <a:lvl1pPr>
              <a:defRPr>
                <a:solidFill>
                  <a:schemeClr val="accent5"/>
                </a:solidFill>
              </a:defRPr>
            </a:lvl1pPr>
          </a:lstStyle>
          <a:p>
            <a:endParaRPr lang="en-US" dirty="0"/>
          </a:p>
        </p:txBody>
      </p:sp>
      <p:sp>
        <p:nvSpPr>
          <p:cNvPr id="10" name="Date Placeholder 9">
            <a:extLst>
              <a:ext uri="{FF2B5EF4-FFF2-40B4-BE49-F238E27FC236}">
                <a16:creationId xmlns:a16="http://schemas.microsoft.com/office/drawing/2014/main" id="{27A8B4BE-CB35-E626-11EF-80FAE0CAA2A0}"/>
              </a:ext>
            </a:extLst>
          </p:cNvPr>
          <p:cNvSpPr>
            <a:spLocks noGrp="1"/>
          </p:cNvSpPr>
          <p:nvPr>
            <p:ph type="dt" sz="half" idx="10"/>
          </p:nvPr>
        </p:nvSpPr>
        <p:spPr/>
        <p:txBody>
          <a:bodyPr/>
          <a:lstStyle>
            <a:lvl1pPr>
              <a:defRPr>
                <a:solidFill>
                  <a:schemeClr val="accent5"/>
                </a:solidFill>
              </a:defRPr>
            </a:lvl1pPr>
          </a:lstStyle>
          <a:p>
            <a:fld id="{3E210372-FEEA-4AC4-970C-33B7A2663863}" type="datetime1">
              <a:rPr lang="en-US" smtClean="0"/>
              <a:t>3/5/2026</a:t>
            </a:fld>
            <a:endParaRPr lang="en-US" dirty="0"/>
          </a:p>
        </p:txBody>
      </p:sp>
      <p:sp>
        <p:nvSpPr>
          <p:cNvPr id="12" name="Slide Number Placeholder 11">
            <a:extLst>
              <a:ext uri="{FF2B5EF4-FFF2-40B4-BE49-F238E27FC236}">
                <a16:creationId xmlns:a16="http://schemas.microsoft.com/office/drawing/2014/main" id="{A3CBFF5E-85B0-1C59-039F-716ADF0BFD76}"/>
              </a:ext>
            </a:extLst>
          </p:cNvPr>
          <p:cNvSpPr>
            <a:spLocks noGrp="1"/>
          </p:cNvSpPr>
          <p:nvPr>
            <p:ph type="sldNum" sz="quarter" idx="12"/>
          </p:nvPr>
        </p:nvSpPr>
        <p:spPr>
          <a:solidFill>
            <a:schemeClr val="accent1">
              <a:lumMod val="90000"/>
              <a:lumOff val="10000"/>
            </a:schemeClr>
          </a:solidFill>
        </p:spPr>
        <p:txBody>
          <a:bodyPr/>
          <a:lstStyle>
            <a:lvl1pPr>
              <a:defRPr>
                <a:solidFill>
                  <a:schemeClr val="accent5"/>
                </a:solidFill>
              </a:defRPr>
            </a:lvl1pPr>
          </a:lstStyle>
          <a:p>
            <a:fld id="{AEAA3239-9EA4-4A65-A281-97F994456D9F}" type="slidenum">
              <a:rPr lang="en-US" smtClean="0"/>
              <a:pPr/>
              <a:t>‹#›</a:t>
            </a:fld>
            <a:endParaRPr lang="en-US" dirty="0"/>
          </a:p>
        </p:txBody>
      </p:sp>
    </p:spTree>
    <p:extLst>
      <p:ext uri="{BB962C8B-B14F-4D97-AF65-F5344CB8AC3E}">
        <p14:creationId xmlns:p14="http://schemas.microsoft.com/office/powerpoint/2010/main" val="5962794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685800" y="1570071"/>
            <a:ext cx="7909560" cy="4906929"/>
          </a:xfrm>
        </p:spPr>
        <p:txBody>
          <a:bodyPr vert="horz" lIns="91440" tIns="45720" rIns="91440" bIns="45720" rtlCol="0" anchor="b">
            <a:normAutofit/>
          </a:bodyPr>
          <a:lstStyle>
            <a:lvl1pPr>
              <a:defRPr lang="en-US" sz="7400" dirty="0">
                <a:solidFill>
                  <a:schemeClr val="accent2"/>
                </a:solidFill>
              </a:defRPr>
            </a:lvl1pPr>
          </a:lstStyle>
          <a:p>
            <a:pPr lvl="0"/>
            <a:r>
              <a:rPr lang="en-US" dirty="0"/>
              <a:t>Section Header</a:t>
            </a:r>
          </a:p>
        </p:txBody>
      </p:sp>
      <p:sp>
        <p:nvSpPr>
          <p:cNvPr id="20" name="Footer Placeholder 19">
            <a:extLst>
              <a:ext uri="{FF2B5EF4-FFF2-40B4-BE49-F238E27FC236}">
                <a16:creationId xmlns:a16="http://schemas.microsoft.com/office/drawing/2014/main" id="{A6421593-F6C6-3F5E-1521-2D67AC36DF73}"/>
              </a:ext>
            </a:extLst>
          </p:cNvPr>
          <p:cNvSpPr>
            <a:spLocks noGrp="1"/>
          </p:cNvSpPr>
          <p:nvPr>
            <p:ph type="ftr" sz="quarter" idx="11"/>
          </p:nvPr>
        </p:nvSpPr>
        <p:spPr>
          <a:xfrm>
            <a:off x="0" y="0"/>
            <a:ext cx="1444752" cy="548640"/>
          </a:xfrm>
        </p:spPr>
        <p:txBody>
          <a:bodyPr/>
          <a:lstStyle>
            <a:lvl1pPr>
              <a:defRPr>
                <a:solidFill>
                  <a:schemeClr val="accent5"/>
                </a:solidFill>
              </a:defRPr>
            </a:lvl1pPr>
          </a:lstStyle>
          <a:p>
            <a:endParaRPr lang="en-US" dirty="0"/>
          </a:p>
        </p:txBody>
      </p:sp>
      <p:sp>
        <p:nvSpPr>
          <p:cNvPr id="19" name="Date Placeholder 18">
            <a:extLst>
              <a:ext uri="{FF2B5EF4-FFF2-40B4-BE49-F238E27FC236}">
                <a16:creationId xmlns:a16="http://schemas.microsoft.com/office/drawing/2014/main" id="{E4D20C53-6E70-6CC1-10F9-1060FA2FEDF5}"/>
              </a:ext>
            </a:extLst>
          </p:cNvPr>
          <p:cNvSpPr>
            <a:spLocks noGrp="1"/>
          </p:cNvSpPr>
          <p:nvPr>
            <p:ph type="dt" sz="half" idx="10"/>
          </p:nvPr>
        </p:nvSpPr>
        <p:spPr>
          <a:xfrm>
            <a:off x="10515600" y="0"/>
            <a:ext cx="1143000" cy="548640"/>
          </a:xfrm>
        </p:spPr>
        <p:txBody>
          <a:bodyPr/>
          <a:lstStyle>
            <a:lvl1pPr>
              <a:defRPr>
                <a:solidFill>
                  <a:schemeClr val="accent5"/>
                </a:solidFill>
              </a:defRPr>
            </a:lvl1pPr>
          </a:lstStyle>
          <a:p>
            <a:fld id="{CE424589-40F4-419B-AF69-0B32C3EA310D}" type="datetime1">
              <a:rPr lang="en-US" smtClean="0"/>
              <a:t>3/5/2026</a:t>
            </a:fld>
            <a:endParaRPr lang="en-US" dirty="0"/>
          </a:p>
        </p:txBody>
      </p:sp>
      <p:sp>
        <p:nvSpPr>
          <p:cNvPr id="21" name="Slide Number Placeholder 20">
            <a:extLst>
              <a:ext uri="{FF2B5EF4-FFF2-40B4-BE49-F238E27FC236}">
                <a16:creationId xmlns:a16="http://schemas.microsoft.com/office/drawing/2014/main" id="{CB2C1868-5A21-F4CD-B2C8-33C6E8227807}"/>
              </a:ext>
            </a:extLst>
          </p:cNvPr>
          <p:cNvSpPr>
            <a:spLocks noGrp="1"/>
          </p:cNvSpPr>
          <p:nvPr>
            <p:ph type="sldNum" sz="quarter" idx="12"/>
          </p:nvPr>
        </p:nvSpPr>
        <p:spPr>
          <a:xfrm>
            <a:off x="11644076" y="0"/>
            <a:ext cx="547924" cy="548640"/>
          </a:xfrm>
          <a:solidFill>
            <a:schemeClr val="accent1">
              <a:lumMod val="90000"/>
              <a:lumOff val="10000"/>
            </a:schemeClr>
          </a:solidFill>
        </p:spPr>
        <p:txBody>
          <a:bodyPr/>
          <a:lstStyle>
            <a:lvl1pPr>
              <a:defRPr>
                <a:solidFill>
                  <a:schemeClr val="accent5"/>
                </a:solidFill>
              </a:defRPr>
            </a:lvl1pPr>
          </a:lstStyle>
          <a:p>
            <a:fld id="{AEAA3239-9EA4-4A65-A281-97F994456D9F}" type="slidenum">
              <a:rPr lang="en-US" smtClean="0"/>
              <a:pPr/>
              <a:t>‹#›</a:t>
            </a:fld>
            <a:endParaRPr lang="en-US" dirty="0"/>
          </a:p>
        </p:txBody>
      </p:sp>
    </p:spTree>
    <p:extLst>
      <p:ext uri="{BB962C8B-B14F-4D97-AF65-F5344CB8AC3E}">
        <p14:creationId xmlns:p14="http://schemas.microsoft.com/office/powerpoint/2010/main" val="309726184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85800" y="685800"/>
            <a:ext cx="6309360" cy="1371600"/>
          </a:xfrm>
        </p:spPr>
        <p:txBody>
          <a:bodyPr anchor="t" anchorCtr="0">
            <a:normAutofit/>
          </a:bodyPr>
          <a:lstStyle>
            <a:lvl1pPr>
              <a:defRPr sz="4400">
                <a:solidFill>
                  <a:schemeClr val="accent3"/>
                </a:solidFill>
              </a:defRPr>
            </a:lvl1pPr>
          </a:lstStyle>
          <a:p>
            <a:r>
              <a:rPr lang="en-US" dirty="0"/>
              <a:t>Click to edit Master title style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2743200" y="2834640"/>
            <a:ext cx="8686800" cy="3200400"/>
          </a:xfrm>
        </p:spPr>
        <p:txBody>
          <a:bodyPr>
            <a:normAutofit/>
          </a:bodyPr>
          <a:lstStyle>
            <a:lvl1pPr marL="457200" indent="-457200">
              <a:buClr>
                <a:schemeClr val="accent2">
                  <a:lumMod val="90000"/>
                </a:schemeClr>
              </a:buClr>
              <a:buFont typeface="+mj-lt"/>
              <a:buAutoNum type="arabicPeriod"/>
              <a:defRPr sz="2000"/>
            </a:lvl1pPr>
            <a:lvl2pPr marL="685800" indent="-457200">
              <a:buClr>
                <a:schemeClr val="accent2">
                  <a:lumMod val="90000"/>
                </a:schemeClr>
              </a:buClr>
              <a:buFont typeface="+mj-lt"/>
              <a:buAutoNum type="arabicPeriod"/>
              <a:defRPr sz="1800"/>
            </a:lvl2pPr>
            <a:lvl3pPr marL="800100" indent="-342900">
              <a:buClr>
                <a:schemeClr val="accent2">
                  <a:lumMod val="90000"/>
                </a:schemeClr>
              </a:buClr>
              <a:buFont typeface="+mj-lt"/>
              <a:buAutoNum type="arabicPeriod"/>
              <a:defRPr sz="1600"/>
            </a:lvl3pPr>
            <a:lvl4pPr marL="1028700" indent="-342900">
              <a:buClr>
                <a:schemeClr val="accent2">
                  <a:lumMod val="90000"/>
                </a:schemeClr>
              </a:buClr>
              <a:buFont typeface="+mj-lt"/>
              <a:buAutoNum type="arabicPeriod"/>
              <a:defRPr sz="1600"/>
            </a:lvl4pPr>
            <a:lvl5pPr marL="1257300" indent="-342900">
              <a:buClr>
                <a:schemeClr val="accent2">
                  <a:lumMod val="90000"/>
                </a:schemeClr>
              </a:buClr>
              <a:buFont typeface="+mj-lt"/>
              <a:buAutoNum type="arabicPeriod"/>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6" name="Straight Connector 5">
            <a:extLst>
              <a:ext uri="{FF2B5EF4-FFF2-40B4-BE49-F238E27FC236}">
                <a16:creationId xmlns:a16="http://schemas.microsoft.com/office/drawing/2014/main" id="{FCAF3811-AE9E-8CEE-4BB5-D49A25E57CAA}"/>
              </a:ext>
            </a:extLst>
          </p:cNvPr>
          <p:cNvCxnSpPr/>
          <p:nvPr userDrawn="1"/>
        </p:nvCxnSpPr>
        <p:spPr>
          <a:xfrm>
            <a:off x="0" y="2206870"/>
            <a:ext cx="5442438" cy="0"/>
          </a:xfrm>
          <a:prstGeom prst="line">
            <a:avLst/>
          </a:prstGeom>
          <a:ln w="53975">
            <a:solidFill>
              <a:srgbClr val="0F5337"/>
            </a:solidFill>
          </a:ln>
        </p:spPr>
        <p:style>
          <a:lnRef idx="2">
            <a:schemeClr val="accent1"/>
          </a:lnRef>
          <a:fillRef idx="0">
            <a:schemeClr val="accent1"/>
          </a:fillRef>
          <a:effectRef idx="1">
            <a:schemeClr val="accent1"/>
          </a:effectRef>
          <a:fontRef idx="minor">
            <a:schemeClr val="tx1"/>
          </a:fontRef>
        </p:style>
      </p:cxnSp>
      <p:sp>
        <p:nvSpPr>
          <p:cNvPr id="24" name="Footer Placeholder 23">
            <a:extLst>
              <a:ext uri="{FF2B5EF4-FFF2-40B4-BE49-F238E27FC236}">
                <a16:creationId xmlns:a16="http://schemas.microsoft.com/office/drawing/2014/main" id="{A94E7796-5FDC-648C-3C83-1CB92A985AD7}"/>
              </a:ext>
            </a:extLst>
          </p:cNvPr>
          <p:cNvSpPr>
            <a:spLocks noGrp="1"/>
          </p:cNvSpPr>
          <p:nvPr>
            <p:ph type="ftr" sz="quarter" idx="15"/>
          </p:nvPr>
        </p:nvSpPr>
        <p:spPr/>
        <p:txBody>
          <a:bodyPr/>
          <a:lstStyle/>
          <a:p>
            <a:endParaRPr lang="en-US" sz="900" dirty="0"/>
          </a:p>
        </p:txBody>
      </p:sp>
      <p:sp>
        <p:nvSpPr>
          <p:cNvPr id="23" name="Date Placeholder 22">
            <a:extLst>
              <a:ext uri="{FF2B5EF4-FFF2-40B4-BE49-F238E27FC236}">
                <a16:creationId xmlns:a16="http://schemas.microsoft.com/office/drawing/2014/main" id="{9AF25DA3-0D11-567E-8C45-641244EBFEDD}"/>
              </a:ext>
            </a:extLst>
          </p:cNvPr>
          <p:cNvSpPr>
            <a:spLocks noGrp="1"/>
          </p:cNvSpPr>
          <p:nvPr>
            <p:ph type="dt" sz="half" idx="14"/>
          </p:nvPr>
        </p:nvSpPr>
        <p:spPr/>
        <p:txBody>
          <a:bodyPr/>
          <a:lstStyle/>
          <a:p>
            <a:fld id="{337EC06B-606A-4EF4-ACAD-E3CEFED48C69}" type="datetime1">
              <a:rPr lang="en-US" smtClean="0"/>
              <a:t>3/5/2026</a:t>
            </a:fld>
            <a:endParaRPr lang="en-US" sz="900" dirty="0"/>
          </a:p>
        </p:txBody>
      </p:sp>
      <p:sp>
        <p:nvSpPr>
          <p:cNvPr id="25" name="Slide Number Placeholder 24">
            <a:extLst>
              <a:ext uri="{FF2B5EF4-FFF2-40B4-BE49-F238E27FC236}">
                <a16:creationId xmlns:a16="http://schemas.microsoft.com/office/drawing/2014/main" id="{0893736D-26B2-06DD-ABDD-15F3DD4D363C}"/>
              </a:ext>
            </a:extLst>
          </p:cNvPr>
          <p:cNvSpPr>
            <a:spLocks noGrp="1"/>
          </p:cNvSpPr>
          <p:nvPr>
            <p:ph type="sldNum" sz="quarter" idx="16"/>
          </p:nvPr>
        </p:nvSpPr>
        <p:spPr/>
        <p:txBody>
          <a:bodyPr/>
          <a:lstStyle/>
          <a:p>
            <a:fld id="{AEAA3239-9EA4-4A65-A281-97F994456D9F}" type="slidenum">
              <a:rPr lang="en-US" smtClean="0"/>
              <a:pPr/>
              <a:t>‹#›</a:t>
            </a:fld>
            <a:endParaRPr lang="en-US" sz="900" dirty="0"/>
          </a:p>
        </p:txBody>
      </p:sp>
    </p:spTree>
    <p:extLst>
      <p:ext uri="{BB962C8B-B14F-4D97-AF65-F5344CB8AC3E}">
        <p14:creationId xmlns:p14="http://schemas.microsoft.com/office/powerpoint/2010/main" val="45251515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Agenda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85800" y="685800"/>
            <a:ext cx="6309360" cy="1371600"/>
          </a:xfrm>
        </p:spPr>
        <p:txBody>
          <a:bodyPr anchor="t" anchorCtr="0">
            <a:normAutofit/>
          </a:bodyPr>
          <a:lstStyle>
            <a:lvl1pPr>
              <a:defRPr sz="4400">
                <a:solidFill>
                  <a:schemeClr val="accent3"/>
                </a:solidFill>
              </a:defRPr>
            </a:lvl1pPr>
          </a:lstStyle>
          <a:p>
            <a:r>
              <a:rPr lang="en-US" dirty="0"/>
              <a:t>Click to edit Master title style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2743201" y="2834640"/>
            <a:ext cx="4358774" cy="3200400"/>
          </a:xfrm>
        </p:spPr>
        <p:txBody>
          <a:bodyPr>
            <a:normAutofit/>
          </a:bodyPr>
          <a:lstStyle>
            <a:lvl1pPr marL="457200" indent="-457200">
              <a:buClr>
                <a:schemeClr val="accent2">
                  <a:lumMod val="90000"/>
                </a:schemeClr>
              </a:buClr>
              <a:buFont typeface="+mj-lt"/>
              <a:buAutoNum type="arabicPeriod"/>
              <a:defRPr sz="2000"/>
            </a:lvl1pPr>
            <a:lvl2pPr marL="571500" indent="-342900">
              <a:buClr>
                <a:schemeClr val="accent2">
                  <a:lumMod val="90000"/>
                </a:schemeClr>
              </a:buClr>
              <a:buFont typeface="+mj-lt"/>
              <a:buAutoNum type="arabicPeriod"/>
              <a:defRPr sz="1800"/>
            </a:lvl2pPr>
            <a:lvl3pPr marL="800100" indent="-342900">
              <a:buClr>
                <a:schemeClr val="accent2">
                  <a:lumMod val="90000"/>
                </a:schemeClr>
              </a:buClr>
              <a:buFont typeface="+mj-lt"/>
              <a:buAutoNum type="arabicPeriod"/>
              <a:defRPr sz="1600"/>
            </a:lvl3pPr>
            <a:lvl4pPr marL="1028700" indent="-342900">
              <a:buClr>
                <a:schemeClr val="accent2">
                  <a:lumMod val="90000"/>
                </a:schemeClr>
              </a:buClr>
              <a:buFont typeface="+mj-lt"/>
              <a:buAutoNum type="arabicPeriod"/>
              <a:defRPr sz="1400"/>
            </a:lvl4pPr>
            <a:lvl5pPr>
              <a:buClr>
                <a:schemeClr val="accent2">
                  <a:lumMod val="90000"/>
                </a:schemeClr>
              </a:buClr>
              <a:buFont typeface="+mj-lt"/>
              <a:buAutoNum type="arabicPeriod"/>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Picture Placeholder 9">
            <a:extLst>
              <a:ext uri="{FF2B5EF4-FFF2-40B4-BE49-F238E27FC236}">
                <a16:creationId xmlns:a16="http://schemas.microsoft.com/office/drawing/2014/main" id="{DD26684C-23E4-F6A1-5A03-70AE7BEA72CA}"/>
              </a:ext>
            </a:extLst>
          </p:cNvPr>
          <p:cNvSpPr>
            <a:spLocks noGrp="1"/>
          </p:cNvSpPr>
          <p:nvPr>
            <p:ph type="pic" sz="quarter" idx="14" hasCustomPrompt="1"/>
          </p:nvPr>
        </p:nvSpPr>
        <p:spPr>
          <a:xfrm>
            <a:off x="7626409" y="0"/>
            <a:ext cx="4565591" cy="6858000"/>
          </a:xfrm>
          <a:custGeom>
            <a:avLst/>
            <a:gdLst>
              <a:gd name="connsiteX0" fmla="*/ 0 w 4565591"/>
              <a:gd name="connsiteY0" fmla="*/ 0 h 6858000"/>
              <a:gd name="connsiteX1" fmla="*/ 4565591 w 4565591"/>
              <a:gd name="connsiteY1" fmla="*/ 0 h 6858000"/>
              <a:gd name="connsiteX2" fmla="*/ 4565591 w 4565591"/>
              <a:gd name="connsiteY2" fmla="*/ 6858000 h 6858000"/>
              <a:gd name="connsiteX3" fmla="*/ 0 w 456559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5591" h="6858000">
                <a:moveTo>
                  <a:pt x="0" y="0"/>
                </a:moveTo>
                <a:lnTo>
                  <a:pt x="4565591" y="0"/>
                </a:lnTo>
                <a:lnTo>
                  <a:pt x="4565591"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cxnSp>
        <p:nvCxnSpPr>
          <p:cNvPr id="6" name="Straight Connector 5">
            <a:extLst>
              <a:ext uri="{FF2B5EF4-FFF2-40B4-BE49-F238E27FC236}">
                <a16:creationId xmlns:a16="http://schemas.microsoft.com/office/drawing/2014/main" id="{5BBF0AEE-5A27-FCDE-3C64-4ACC7935FE49}"/>
              </a:ext>
            </a:extLst>
          </p:cNvPr>
          <p:cNvCxnSpPr/>
          <p:nvPr userDrawn="1"/>
        </p:nvCxnSpPr>
        <p:spPr>
          <a:xfrm>
            <a:off x="0" y="2206870"/>
            <a:ext cx="5442438" cy="0"/>
          </a:xfrm>
          <a:prstGeom prst="line">
            <a:avLst/>
          </a:prstGeom>
          <a:ln w="53975">
            <a:solidFill>
              <a:srgbClr val="0F5337"/>
            </a:solidFill>
          </a:ln>
        </p:spPr>
        <p:style>
          <a:lnRef idx="2">
            <a:schemeClr val="accent1"/>
          </a:lnRef>
          <a:fillRef idx="0">
            <a:schemeClr val="accent1"/>
          </a:fillRef>
          <a:effectRef idx="1">
            <a:schemeClr val="accent1"/>
          </a:effectRef>
          <a:fontRef idx="minor">
            <a:schemeClr val="tx1"/>
          </a:fontRef>
        </p:style>
      </p:cxnSp>
      <p:sp>
        <p:nvSpPr>
          <p:cNvPr id="19" name="Footer Placeholder 18">
            <a:extLst>
              <a:ext uri="{FF2B5EF4-FFF2-40B4-BE49-F238E27FC236}">
                <a16:creationId xmlns:a16="http://schemas.microsoft.com/office/drawing/2014/main" id="{7AFBA87F-7701-A29C-E9FC-66AEC272FB88}"/>
              </a:ext>
            </a:extLst>
          </p:cNvPr>
          <p:cNvSpPr>
            <a:spLocks noGrp="1"/>
          </p:cNvSpPr>
          <p:nvPr>
            <p:ph type="ftr" sz="quarter" idx="16"/>
          </p:nvPr>
        </p:nvSpPr>
        <p:spPr/>
        <p:txBody>
          <a:bodyPr/>
          <a:lstStyle>
            <a:lvl1pPr>
              <a:defRPr b="1"/>
            </a:lvl1pPr>
          </a:lstStyle>
          <a:p>
            <a:endParaRPr lang="en-US" b="1" dirty="0"/>
          </a:p>
        </p:txBody>
      </p:sp>
      <p:sp>
        <p:nvSpPr>
          <p:cNvPr id="18" name="Date Placeholder 17">
            <a:extLst>
              <a:ext uri="{FF2B5EF4-FFF2-40B4-BE49-F238E27FC236}">
                <a16:creationId xmlns:a16="http://schemas.microsoft.com/office/drawing/2014/main" id="{6800BE9B-CE8D-684B-DC80-1D80F6FAD4A7}"/>
              </a:ext>
            </a:extLst>
          </p:cNvPr>
          <p:cNvSpPr>
            <a:spLocks noGrp="1"/>
          </p:cNvSpPr>
          <p:nvPr>
            <p:ph type="dt" sz="half" idx="15"/>
          </p:nvPr>
        </p:nvSpPr>
        <p:spPr>
          <a:xfrm>
            <a:off x="5943600" y="6309360"/>
            <a:ext cx="1158375" cy="548640"/>
          </a:xfrm>
        </p:spPr>
        <p:txBody>
          <a:bodyPr/>
          <a:lstStyle>
            <a:lvl1pPr>
              <a:defRPr b="1"/>
            </a:lvl1pPr>
          </a:lstStyle>
          <a:p>
            <a:fld id="{FF503BB1-3C96-4F03-AA87-65D895BA80B8}" type="datetime1">
              <a:rPr lang="en-US" smtClean="0"/>
              <a:t>3/5/2026</a:t>
            </a:fld>
            <a:endParaRPr lang="en-US" b="1" dirty="0"/>
          </a:p>
        </p:txBody>
      </p:sp>
      <p:sp>
        <p:nvSpPr>
          <p:cNvPr id="20" name="Slide Number Placeholder 19">
            <a:extLst>
              <a:ext uri="{FF2B5EF4-FFF2-40B4-BE49-F238E27FC236}">
                <a16:creationId xmlns:a16="http://schemas.microsoft.com/office/drawing/2014/main" id="{D917E3BB-5497-4C52-A736-6EB57D97981F}"/>
              </a:ext>
            </a:extLst>
          </p:cNvPr>
          <p:cNvSpPr>
            <a:spLocks noGrp="1"/>
          </p:cNvSpPr>
          <p:nvPr>
            <p:ph type="sldNum" sz="quarter" idx="17"/>
          </p:nvPr>
        </p:nvSpPr>
        <p:spPr/>
        <p:txBody>
          <a:bodyPr/>
          <a:lstStyle>
            <a:lvl1pPr>
              <a:defRPr b="0"/>
            </a:lvl1pPr>
          </a:lstStyle>
          <a:p>
            <a:fld id="{AEAA3239-9EA4-4A65-A281-97F994456D9F}" type="slidenum">
              <a:rPr lang="en-US" smtClean="0"/>
              <a:pPr/>
              <a:t>‹#›</a:t>
            </a:fld>
            <a:endParaRPr lang="en-US" b="0" dirty="0"/>
          </a:p>
        </p:txBody>
      </p:sp>
    </p:spTree>
    <p:extLst>
      <p:ext uri="{BB962C8B-B14F-4D97-AF65-F5344CB8AC3E}">
        <p14:creationId xmlns:p14="http://schemas.microsoft.com/office/powerpoint/2010/main" val="132748244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2">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CE1DA49E-3CB9-75DC-406C-624924142015}"/>
              </a:ext>
            </a:extLst>
          </p:cNvPr>
          <p:cNvSpPr>
            <a:spLocks noGrp="1"/>
          </p:cNvSpPr>
          <p:nvPr>
            <p:ph type="title"/>
          </p:nvPr>
        </p:nvSpPr>
        <p:spPr>
          <a:xfrm>
            <a:off x="685800" y="685800"/>
            <a:ext cx="5120640" cy="5486400"/>
          </a:xfrm>
        </p:spPr>
        <p:txBody>
          <a:bodyPr anchor="ctr" anchorCtr="0">
            <a:normAutofit/>
          </a:bodyPr>
          <a:lstStyle>
            <a:lvl1pPr>
              <a:defRPr sz="4000"/>
            </a:lvl1pPr>
          </a:lstStyle>
          <a:p>
            <a:r>
              <a:rPr lang="en-US" dirty="0"/>
              <a:t>Click to edit Master title style</a:t>
            </a:r>
          </a:p>
        </p:txBody>
      </p:sp>
      <p:sp>
        <p:nvSpPr>
          <p:cNvPr id="5" name="Content Placeholder 7">
            <a:extLst>
              <a:ext uri="{FF2B5EF4-FFF2-40B4-BE49-F238E27FC236}">
                <a16:creationId xmlns:a16="http://schemas.microsoft.com/office/drawing/2014/main" id="{86084799-A017-90D1-4D71-0EEB7C83708E}"/>
              </a:ext>
            </a:extLst>
          </p:cNvPr>
          <p:cNvSpPr>
            <a:spLocks noGrp="1"/>
          </p:cNvSpPr>
          <p:nvPr>
            <p:ph sz="quarter" idx="17"/>
          </p:nvPr>
        </p:nvSpPr>
        <p:spPr>
          <a:xfrm>
            <a:off x="6748272" y="3841202"/>
            <a:ext cx="4754880" cy="1737358"/>
          </a:xfrm>
        </p:spPr>
        <p:txBody>
          <a:bodyPr>
            <a:normAutofit/>
          </a:bodyPr>
          <a:lstStyle>
            <a:lvl1pPr>
              <a:buNone/>
              <a:defRPr sz="1400"/>
            </a:lvl1pPr>
            <a:lvl2pPr>
              <a:buNone/>
              <a:defRPr sz="1400"/>
            </a:lvl2pPr>
            <a:lvl3pPr>
              <a:buNone/>
              <a:defRPr sz="1400"/>
            </a:lvl3pPr>
            <a:lvl4pPr>
              <a:buNone/>
              <a:defRPr sz="1400"/>
            </a:lvl4pPr>
            <a:lvl5pPr>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Footer Placeholder 13">
            <a:extLst>
              <a:ext uri="{FF2B5EF4-FFF2-40B4-BE49-F238E27FC236}">
                <a16:creationId xmlns:a16="http://schemas.microsoft.com/office/drawing/2014/main" id="{DD7BC0DF-EFC8-44A3-68C2-E23FAA2E86C0}"/>
              </a:ext>
            </a:extLst>
          </p:cNvPr>
          <p:cNvSpPr>
            <a:spLocks noGrp="1"/>
          </p:cNvSpPr>
          <p:nvPr>
            <p:ph type="ftr" sz="quarter" idx="15"/>
          </p:nvPr>
        </p:nvSpPr>
        <p:spPr/>
        <p:txBody>
          <a:bodyPr/>
          <a:lstStyle/>
          <a:p>
            <a:endParaRPr lang="en-US" dirty="0"/>
          </a:p>
        </p:txBody>
      </p:sp>
      <p:sp>
        <p:nvSpPr>
          <p:cNvPr id="13" name="Date Placeholder 12">
            <a:extLst>
              <a:ext uri="{FF2B5EF4-FFF2-40B4-BE49-F238E27FC236}">
                <a16:creationId xmlns:a16="http://schemas.microsoft.com/office/drawing/2014/main" id="{BD1AE523-650D-4E40-07AD-306A92A96690}"/>
              </a:ext>
            </a:extLst>
          </p:cNvPr>
          <p:cNvSpPr>
            <a:spLocks noGrp="1"/>
          </p:cNvSpPr>
          <p:nvPr>
            <p:ph type="dt" sz="half" idx="14"/>
          </p:nvPr>
        </p:nvSpPr>
        <p:spPr/>
        <p:txBody>
          <a:bodyPr/>
          <a:lstStyle/>
          <a:p>
            <a:fld id="{EAB37B39-C5FA-4FFF-A085-B5498F3F843E}" type="datetime1">
              <a:rPr lang="en-US" smtClean="0"/>
              <a:t>3/5/2026</a:t>
            </a:fld>
            <a:endParaRPr lang="en-US" dirty="0"/>
          </a:p>
        </p:txBody>
      </p:sp>
      <p:sp>
        <p:nvSpPr>
          <p:cNvPr id="15" name="Slide Number Placeholder 14">
            <a:extLst>
              <a:ext uri="{FF2B5EF4-FFF2-40B4-BE49-F238E27FC236}">
                <a16:creationId xmlns:a16="http://schemas.microsoft.com/office/drawing/2014/main" id="{0D499D6E-475E-9A93-7BC7-903ABDED9CB8}"/>
              </a:ext>
            </a:extLst>
          </p:cNvPr>
          <p:cNvSpPr>
            <a:spLocks noGrp="1"/>
          </p:cNvSpPr>
          <p:nvPr>
            <p:ph type="sldNum" sz="quarter" idx="16"/>
          </p:nvPr>
        </p:nvSpPr>
        <p:spPr/>
        <p:txBody>
          <a:bodyPr/>
          <a:lstStyle/>
          <a:p>
            <a:pPr algn="ctr"/>
            <a:fld id="{AEAA3239-9EA4-4A65-A281-97F994456D9F}" type="slidenum">
              <a:rPr lang="en-US" smtClean="0"/>
              <a:pPr/>
              <a:t>‹#›</a:t>
            </a:fld>
            <a:endParaRPr lang="en-US" dirty="0"/>
          </a:p>
        </p:txBody>
      </p:sp>
      <p:cxnSp>
        <p:nvCxnSpPr>
          <p:cNvPr id="16" name="Straight Connector 15">
            <a:extLst>
              <a:ext uri="{FF2B5EF4-FFF2-40B4-BE49-F238E27FC236}">
                <a16:creationId xmlns:a16="http://schemas.microsoft.com/office/drawing/2014/main" id="{6E7C0D8B-3878-C48B-D6D9-56A0E34B7392}"/>
              </a:ext>
            </a:extLst>
          </p:cNvPr>
          <p:cNvCxnSpPr>
            <a:cxnSpLocks/>
          </p:cNvCxnSpPr>
          <p:nvPr userDrawn="1"/>
        </p:nvCxnSpPr>
        <p:spPr>
          <a:xfrm>
            <a:off x="6749562" y="3276600"/>
            <a:ext cx="5442438" cy="0"/>
          </a:xfrm>
          <a:prstGeom prst="line">
            <a:avLst/>
          </a:prstGeom>
          <a:ln w="53975">
            <a:solidFill>
              <a:srgbClr val="0F5337"/>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0605766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85800" y="685800"/>
            <a:ext cx="5120640" cy="5486400"/>
          </a:xfrm>
        </p:spPr>
        <p:txBody>
          <a:bodyPr anchor="ctr" anchorCtr="0">
            <a:normAutofit/>
          </a:bodyPr>
          <a:lstStyle>
            <a:lvl1pPr>
              <a:defRPr sz="4000"/>
            </a:lvl1pPr>
          </a:lstStyle>
          <a:p>
            <a:r>
              <a:rPr lang="en-US" dirty="0"/>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6748272" y="2362200"/>
            <a:ext cx="4754880" cy="3566160"/>
          </a:xfrm>
        </p:spPr>
        <p:txBody>
          <a:bodyPr>
            <a:norm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Footer Placeholder 13">
            <a:extLst>
              <a:ext uri="{FF2B5EF4-FFF2-40B4-BE49-F238E27FC236}">
                <a16:creationId xmlns:a16="http://schemas.microsoft.com/office/drawing/2014/main" id="{4E6FD18B-5C67-9051-4CF6-EBF315BAC1D7}"/>
              </a:ext>
            </a:extLst>
          </p:cNvPr>
          <p:cNvSpPr>
            <a:spLocks noGrp="1"/>
          </p:cNvSpPr>
          <p:nvPr>
            <p:ph type="ftr" sz="quarter" idx="15"/>
          </p:nvPr>
        </p:nvSpPr>
        <p:spPr/>
        <p:txBody>
          <a:bodyPr/>
          <a:lstStyle/>
          <a:p>
            <a:endParaRPr lang="en-US" dirty="0"/>
          </a:p>
        </p:txBody>
      </p:sp>
      <p:sp>
        <p:nvSpPr>
          <p:cNvPr id="13" name="Date Placeholder 12">
            <a:extLst>
              <a:ext uri="{FF2B5EF4-FFF2-40B4-BE49-F238E27FC236}">
                <a16:creationId xmlns:a16="http://schemas.microsoft.com/office/drawing/2014/main" id="{540D6515-3CED-315D-0B1B-CD7499379459}"/>
              </a:ext>
            </a:extLst>
          </p:cNvPr>
          <p:cNvSpPr>
            <a:spLocks noGrp="1"/>
          </p:cNvSpPr>
          <p:nvPr>
            <p:ph type="dt" sz="half" idx="14"/>
          </p:nvPr>
        </p:nvSpPr>
        <p:spPr/>
        <p:txBody>
          <a:bodyPr/>
          <a:lstStyle/>
          <a:p>
            <a:fld id="{9B3BCCDC-CC87-45B4-AB67-DD3B186F0B13}" type="datetime1">
              <a:rPr lang="en-US" smtClean="0"/>
              <a:t>3/5/2026</a:t>
            </a:fld>
            <a:endParaRPr lang="en-US" dirty="0"/>
          </a:p>
        </p:txBody>
      </p:sp>
      <p:sp>
        <p:nvSpPr>
          <p:cNvPr id="15" name="Slide Number Placeholder 14">
            <a:extLst>
              <a:ext uri="{FF2B5EF4-FFF2-40B4-BE49-F238E27FC236}">
                <a16:creationId xmlns:a16="http://schemas.microsoft.com/office/drawing/2014/main" id="{75382665-9F43-96F8-F839-96F759686750}"/>
              </a:ext>
            </a:extLst>
          </p:cNvPr>
          <p:cNvSpPr>
            <a:spLocks noGrp="1"/>
          </p:cNvSpPr>
          <p:nvPr>
            <p:ph type="sldNum" sz="quarter" idx="16"/>
          </p:nvPr>
        </p:nvSpPr>
        <p:spPr/>
        <p:txBody>
          <a:bodyPr/>
          <a:lstStyle/>
          <a:p>
            <a:pPr algn="ctr"/>
            <a:fld id="{AEAA3239-9EA4-4A65-A281-97F994456D9F}" type="slidenum">
              <a:rPr lang="en-US" smtClean="0"/>
              <a:pPr/>
              <a:t>‹#›</a:t>
            </a:fld>
            <a:endParaRPr lang="en-US" dirty="0"/>
          </a:p>
        </p:txBody>
      </p:sp>
      <p:cxnSp>
        <p:nvCxnSpPr>
          <p:cNvPr id="16" name="Straight Connector 15">
            <a:extLst>
              <a:ext uri="{FF2B5EF4-FFF2-40B4-BE49-F238E27FC236}">
                <a16:creationId xmlns:a16="http://schemas.microsoft.com/office/drawing/2014/main" id="{AD8F2E04-B970-1D22-A567-2F2D0BC65B4C}"/>
              </a:ext>
            </a:extLst>
          </p:cNvPr>
          <p:cNvCxnSpPr>
            <a:cxnSpLocks/>
          </p:cNvCxnSpPr>
          <p:nvPr userDrawn="1"/>
        </p:nvCxnSpPr>
        <p:spPr>
          <a:xfrm>
            <a:off x="6749562" y="1752600"/>
            <a:ext cx="5442438" cy="0"/>
          </a:xfrm>
          <a:prstGeom prst="line">
            <a:avLst/>
          </a:prstGeom>
          <a:ln w="53975">
            <a:solidFill>
              <a:srgbClr val="0F5337"/>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1301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85800" y="685800"/>
            <a:ext cx="3923455" cy="4083580"/>
          </a:xfrm>
        </p:spPr>
        <p:txBody>
          <a:bodyPr anchor="t">
            <a:normAutofit/>
          </a:bodyPr>
          <a:lstStyle>
            <a:lvl1pPr>
              <a:defRPr sz="40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156010" y="1389134"/>
            <a:ext cx="6350189" cy="4023360"/>
          </a:xfrm>
        </p:spPr>
        <p:txBody>
          <a:bodyPr>
            <a:normAutofit/>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Footer Placeholder 16">
            <a:extLst>
              <a:ext uri="{FF2B5EF4-FFF2-40B4-BE49-F238E27FC236}">
                <a16:creationId xmlns:a16="http://schemas.microsoft.com/office/drawing/2014/main" id="{C2122AFC-66BC-4995-1266-1DEB8CEC07DF}"/>
              </a:ext>
            </a:extLst>
          </p:cNvPr>
          <p:cNvSpPr>
            <a:spLocks noGrp="1"/>
          </p:cNvSpPr>
          <p:nvPr>
            <p:ph type="ftr" sz="quarter" idx="15"/>
          </p:nvPr>
        </p:nvSpPr>
        <p:spPr/>
        <p:txBody>
          <a:bodyPr/>
          <a:lstStyle/>
          <a:p>
            <a:endParaRPr lang="en-US" sz="900" dirty="0"/>
          </a:p>
        </p:txBody>
      </p:sp>
      <p:sp>
        <p:nvSpPr>
          <p:cNvPr id="16" name="Date Placeholder 15">
            <a:extLst>
              <a:ext uri="{FF2B5EF4-FFF2-40B4-BE49-F238E27FC236}">
                <a16:creationId xmlns:a16="http://schemas.microsoft.com/office/drawing/2014/main" id="{3B8C73B4-F675-DA6C-C87B-197265343AFD}"/>
              </a:ext>
            </a:extLst>
          </p:cNvPr>
          <p:cNvSpPr>
            <a:spLocks noGrp="1"/>
          </p:cNvSpPr>
          <p:nvPr>
            <p:ph type="dt" sz="half" idx="14"/>
          </p:nvPr>
        </p:nvSpPr>
        <p:spPr/>
        <p:txBody>
          <a:bodyPr/>
          <a:lstStyle/>
          <a:p>
            <a:fld id="{7D551459-7875-4599-9CDE-512F48C6788C}" type="datetime1">
              <a:rPr lang="en-US" smtClean="0"/>
              <a:t>3/5/2026</a:t>
            </a:fld>
            <a:endParaRPr lang="en-US" sz="900" dirty="0"/>
          </a:p>
        </p:txBody>
      </p:sp>
      <p:sp>
        <p:nvSpPr>
          <p:cNvPr id="18" name="Slide Number Placeholder 17">
            <a:extLst>
              <a:ext uri="{FF2B5EF4-FFF2-40B4-BE49-F238E27FC236}">
                <a16:creationId xmlns:a16="http://schemas.microsoft.com/office/drawing/2014/main" id="{666393A3-F281-C54B-A886-58CE88D421F3}"/>
              </a:ext>
            </a:extLst>
          </p:cNvPr>
          <p:cNvSpPr>
            <a:spLocks noGrp="1"/>
          </p:cNvSpPr>
          <p:nvPr>
            <p:ph type="sldNum" sz="quarter" idx="16"/>
          </p:nvPr>
        </p:nvSpPr>
        <p:spPr/>
        <p:txBody>
          <a:bodyPr/>
          <a:lstStyle/>
          <a:p>
            <a:fld id="{AEAA3239-9EA4-4A65-A281-97F994456D9F}" type="slidenum">
              <a:rPr lang="en-US" smtClean="0"/>
              <a:pPr/>
              <a:t>‹#›</a:t>
            </a:fld>
            <a:endParaRPr lang="en-US" sz="900" dirty="0"/>
          </a:p>
        </p:txBody>
      </p:sp>
      <p:cxnSp>
        <p:nvCxnSpPr>
          <p:cNvPr id="19" name="Straight Connector 18">
            <a:extLst>
              <a:ext uri="{FF2B5EF4-FFF2-40B4-BE49-F238E27FC236}">
                <a16:creationId xmlns:a16="http://schemas.microsoft.com/office/drawing/2014/main" id="{2822210B-9F08-A2FC-ADDB-C9286FF6D002}"/>
              </a:ext>
            </a:extLst>
          </p:cNvPr>
          <p:cNvCxnSpPr>
            <a:cxnSpLocks/>
          </p:cNvCxnSpPr>
          <p:nvPr userDrawn="1"/>
        </p:nvCxnSpPr>
        <p:spPr>
          <a:xfrm>
            <a:off x="5156011" y="685800"/>
            <a:ext cx="7035989" cy="0"/>
          </a:xfrm>
          <a:prstGeom prst="line">
            <a:avLst/>
          </a:prstGeom>
          <a:ln w="53975">
            <a:solidFill>
              <a:srgbClr val="0F5337"/>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3595713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85800" y="685800"/>
            <a:ext cx="3496147" cy="4940661"/>
          </a:xfrm>
        </p:spPr>
        <p:txBody>
          <a:bodyPr anchor="t">
            <a:normAutofit/>
          </a:bodyPr>
          <a:lstStyle>
            <a:lvl1pPr>
              <a:defRPr sz="4000"/>
            </a:lvl1pPr>
          </a:lstStyle>
          <a:p>
            <a:r>
              <a:rPr lang="en-US" dirty="0"/>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5156010" y="1389888"/>
            <a:ext cx="6347141" cy="4846320"/>
          </a:xfrm>
        </p:spPr>
        <p:txBody>
          <a:bodyPr>
            <a:normAutofit/>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Footer Placeholder 16">
            <a:extLst>
              <a:ext uri="{FF2B5EF4-FFF2-40B4-BE49-F238E27FC236}">
                <a16:creationId xmlns:a16="http://schemas.microsoft.com/office/drawing/2014/main" id="{B258506B-7F0E-1CE3-C46B-B55BBB0AA649}"/>
              </a:ext>
            </a:extLst>
          </p:cNvPr>
          <p:cNvSpPr>
            <a:spLocks noGrp="1"/>
          </p:cNvSpPr>
          <p:nvPr>
            <p:ph type="ftr" sz="quarter" idx="15"/>
          </p:nvPr>
        </p:nvSpPr>
        <p:spPr/>
        <p:txBody>
          <a:bodyPr/>
          <a:lstStyle/>
          <a:p>
            <a:endParaRPr lang="en-US" sz="900" dirty="0"/>
          </a:p>
        </p:txBody>
      </p:sp>
      <p:sp>
        <p:nvSpPr>
          <p:cNvPr id="16" name="Date Placeholder 15">
            <a:extLst>
              <a:ext uri="{FF2B5EF4-FFF2-40B4-BE49-F238E27FC236}">
                <a16:creationId xmlns:a16="http://schemas.microsoft.com/office/drawing/2014/main" id="{660A4F1D-9596-6174-4AAE-713716D1A047}"/>
              </a:ext>
            </a:extLst>
          </p:cNvPr>
          <p:cNvSpPr>
            <a:spLocks noGrp="1"/>
          </p:cNvSpPr>
          <p:nvPr>
            <p:ph type="dt" sz="half" idx="14"/>
          </p:nvPr>
        </p:nvSpPr>
        <p:spPr/>
        <p:txBody>
          <a:bodyPr/>
          <a:lstStyle/>
          <a:p>
            <a:fld id="{9A821586-EAD4-4D7F-9559-CC0CEE1BDC08}" type="datetime1">
              <a:rPr lang="en-US" smtClean="0"/>
              <a:t>3/5/2026</a:t>
            </a:fld>
            <a:endParaRPr lang="en-US" sz="900" dirty="0"/>
          </a:p>
        </p:txBody>
      </p:sp>
      <p:sp>
        <p:nvSpPr>
          <p:cNvPr id="18" name="Slide Number Placeholder 17">
            <a:extLst>
              <a:ext uri="{FF2B5EF4-FFF2-40B4-BE49-F238E27FC236}">
                <a16:creationId xmlns:a16="http://schemas.microsoft.com/office/drawing/2014/main" id="{A1B7F645-D4A6-2ED2-FBB7-EAEC112E4333}"/>
              </a:ext>
            </a:extLst>
          </p:cNvPr>
          <p:cNvSpPr>
            <a:spLocks noGrp="1"/>
          </p:cNvSpPr>
          <p:nvPr>
            <p:ph type="sldNum" sz="quarter" idx="16"/>
          </p:nvPr>
        </p:nvSpPr>
        <p:spPr/>
        <p:txBody>
          <a:bodyPr/>
          <a:lstStyle/>
          <a:p>
            <a:fld id="{AEAA3239-9EA4-4A65-A281-97F994456D9F}" type="slidenum">
              <a:rPr lang="en-US" smtClean="0"/>
              <a:pPr/>
              <a:t>‹#›</a:t>
            </a:fld>
            <a:endParaRPr lang="en-US" sz="900" dirty="0"/>
          </a:p>
        </p:txBody>
      </p:sp>
      <p:cxnSp>
        <p:nvCxnSpPr>
          <p:cNvPr id="19" name="Straight Connector 18">
            <a:extLst>
              <a:ext uri="{FF2B5EF4-FFF2-40B4-BE49-F238E27FC236}">
                <a16:creationId xmlns:a16="http://schemas.microsoft.com/office/drawing/2014/main" id="{B32B44DA-EDB3-13D8-52B2-CDD95FF668A6}"/>
              </a:ext>
            </a:extLst>
          </p:cNvPr>
          <p:cNvCxnSpPr>
            <a:cxnSpLocks/>
          </p:cNvCxnSpPr>
          <p:nvPr userDrawn="1"/>
        </p:nvCxnSpPr>
        <p:spPr>
          <a:xfrm>
            <a:off x="5156011" y="685800"/>
            <a:ext cx="7035989" cy="0"/>
          </a:xfrm>
          <a:prstGeom prst="line">
            <a:avLst/>
          </a:prstGeom>
          <a:ln w="53975">
            <a:solidFill>
              <a:srgbClr val="0F5337"/>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2245716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85800" y="685800"/>
            <a:ext cx="3349754" cy="2721451"/>
          </a:xfrm>
        </p:spPr>
        <p:txBody>
          <a:bodyPr anchor="t">
            <a:normAutofit/>
          </a:bodyPr>
          <a:lstStyle>
            <a:lvl1pPr>
              <a:defRPr sz="40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648200" y="685800"/>
            <a:ext cx="6858000" cy="55148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Footer Placeholder 16">
            <a:extLst>
              <a:ext uri="{FF2B5EF4-FFF2-40B4-BE49-F238E27FC236}">
                <a16:creationId xmlns:a16="http://schemas.microsoft.com/office/drawing/2014/main" id="{3592DCB9-A492-FE13-AF1E-7F11E1AA031D}"/>
              </a:ext>
            </a:extLst>
          </p:cNvPr>
          <p:cNvSpPr>
            <a:spLocks noGrp="1"/>
          </p:cNvSpPr>
          <p:nvPr>
            <p:ph type="ftr" sz="quarter" idx="15"/>
          </p:nvPr>
        </p:nvSpPr>
        <p:spPr/>
        <p:txBody>
          <a:bodyPr/>
          <a:lstStyle/>
          <a:p>
            <a:endParaRPr lang="en-US" sz="900" dirty="0"/>
          </a:p>
        </p:txBody>
      </p:sp>
      <p:sp>
        <p:nvSpPr>
          <p:cNvPr id="16" name="Date Placeholder 15">
            <a:extLst>
              <a:ext uri="{FF2B5EF4-FFF2-40B4-BE49-F238E27FC236}">
                <a16:creationId xmlns:a16="http://schemas.microsoft.com/office/drawing/2014/main" id="{8399732B-F9A2-F949-D87A-745F525E4DEA}"/>
              </a:ext>
            </a:extLst>
          </p:cNvPr>
          <p:cNvSpPr>
            <a:spLocks noGrp="1"/>
          </p:cNvSpPr>
          <p:nvPr>
            <p:ph type="dt" sz="half" idx="14"/>
          </p:nvPr>
        </p:nvSpPr>
        <p:spPr/>
        <p:txBody>
          <a:bodyPr/>
          <a:lstStyle/>
          <a:p>
            <a:fld id="{40B30FD5-AD5D-49A2-92CF-1E31D5664159}" type="datetime1">
              <a:rPr lang="en-US" smtClean="0"/>
              <a:t>3/5/2026</a:t>
            </a:fld>
            <a:endParaRPr lang="en-US" sz="900" dirty="0"/>
          </a:p>
        </p:txBody>
      </p:sp>
      <p:sp>
        <p:nvSpPr>
          <p:cNvPr id="18" name="Slide Number Placeholder 17">
            <a:extLst>
              <a:ext uri="{FF2B5EF4-FFF2-40B4-BE49-F238E27FC236}">
                <a16:creationId xmlns:a16="http://schemas.microsoft.com/office/drawing/2014/main" id="{742CF50F-386B-7CF6-E6C9-25AA0F139ABE}"/>
              </a:ext>
            </a:extLst>
          </p:cNvPr>
          <p:cNvSpPr>
            <a:spLocks noGrp="1"/>
          </p:cNvSpPr>
          <p:nvPr>
            <p:ph type="sldNum" sz="quarter" idx="16"/>
          </p:nvPr>
        </p:nvSpPr>
        <p:spPr/>
        <p:txBody>
          <a:bodyPr/>
          <a:lstStyle/>
          <a:p>
            <a:fld id="{AEAA3239-9EA4-4A65-A281-97F994456D9F}" type="slidenum">
              <a:rPr lang="en-US" smtClean="0"/>
              <a:pPr/>
              <a:t>‹#›</a:t>
            </a:fld>
            <a:endParaRPr lang="en-US" sz="900" dirty="0"/>
          </a:p>
        </p:txBody>
      </p:sp>
    </p:spTree>
    <p:extLst>
      <p:ext uri="{BB962C8B-B14F-4D97-AF65-F5344CB8AC3E}">
        <p14:creationId xmlns:p14="http://schemas.microsoft.com/office/powerpoint/2010/main" val="144707046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888061" y="685799"/>
            <a:ext cx="2651760" cy="2194560"/>
          </a:xfrm>
        </p:spPr>
        <p:txBody>
          <a:bodyPr anchor="b"/>
          <a:lstStyle/>
          <a:p>
            <a:r>
              <a:rPr lang="en-US" dirty="0"/>
              <a:t>Click to edit Master title style</a:t>
            </a:r>
          </a:p>
        </p:txBody>
      </p:sp>
      <p:sp>
        <p:nvSpPr>
          <p:cNvPr id="10" name="Picture Placeholder 9">
            <a:extLst>
              <a:ext uri="{FF2B5EF4-FFF2-40B4-BE49-F238E27FC236}">
                <a16:creationId xmlns:a16="http://schemas.microsoft.com/office/drawing/2014/main" id="{3CA946DA-5AE8-39E2-3ADD-B8F06308C1C6}"/>
              </a:ext>
            </a:extLst>
          </p:cNvPr>
          <p:cNvSpPr>
            <a:spLocks noGrp="1"/>
          </p:cNvSpPr>
          <p:nvPr>
            <p:ph type="pic" sz="quarter" idx="13" hasCustomPrompt="1"/>
          </p:nvPr>
        </p:nvSpPr>
        <p:spPr>
          <a:xfrm>
            <a:off x="0" y="0"/>
            <a:ext cx="8326323" cy="685800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889055" y="3011335"/>
            <a:ext cx="2651760" cy="2656250"/>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F04C9A45-DF85-730D-895E-DD4D54BB61F6}"/>
              </a:ext>
            </a:extLst>
          </p:cNvPr>
          <p:cNvSpPr>
            <a:spLocks noGrp="1"/>
          </p:cNvSpPr>
          <p:nvPr>
            <p:ph type="ftr" sz="quarter" idx="16"/>
          </p:nvPr>
        </p:nvSpPr>
        <p:spPr>
          <a:xfrm>
            <a:off x="8889055" y="6309360"/>
            <a:ext cx="1444752" cy="548640"/>
          </a:xfrm>
        </p:spPr>
        <p:txBody>
          <a:bodyPr lIns="91440" rIns="91440"/>
          <a:lstStyle>
            <a:lvl1pPr algn="l">
              <a:defRPr b="0"/>
            </a:lvl1pPr>
          </a:lstStyle>
          <a:p>
            <a:endParaRPr lang="en-US" b="0" dirty="0"/>
          </a:p>
        </p:txBody>
      </p:sp>
      <p:sp>
        <p:nvSpPr>
          <p:cNvPr id="3" name="Date Placeholder 2">
            <a:extLst>
              <a:ext uri="{FF2B5EF4-FFF2-40B4-BE49-F238E27FC236}">
                <a16:creationId xmlns:a16="http://schemas.microsoft.com/office/drawing/2014/main" id="{FCB8E9E7-C6AA-5486-0F1F-7CAF09412607}"/>
              </a:ext>
            </a:extLst>
          </p:cNvPr>
          <p:cNvSpPr>
            <a:spLocks noGrp="1"/>
          </p:cNvSpPr>
          <p:nvPr>
            <p:ph type="dt" sz="half" idx="15"/>
          </p:nvPr>
        </p:nvSpPr>
        <p:spPr/>
        <p:txBody>
          <a:bodyPr/>
          <a:lstStyle>
            <a:lvl1pPr>
              <a:defRPr b="0"/>
            </a:lvl1pPr>
          </a:lstStyle>
          <a:p>
            <a:fld id="{C51887B6-3287-4F43-BD0F-03436DF3BB1C}" type="datetime1">
              <a:rPr lang="en-US" smtClean="0"/>
              <a:t>3/5/2026</a:t>
            </a:fld>
            <a:endParaRPr lang="en-US" b="0" dirty="0"/>
          </a:p>
        </p:txBody>
      </p:sp>
      <p:sp>
        <p:nvSpPr>
          <p:cNvPr id="9" name="Slide Number Placeholder 8">
            <a:extLst>
              <a:ext uri="{FF2B5EF4-FFF2-40B4-BE49-F238E27FC236}">
                <a16:creationId xmlns:a16="http://schemas.microsoft.com/office/drawing/2014/main" id="{2458E34D-D287-598F-A8AC-381BD6C1F20D}"/>
              </a:ext>
            </a:extLst>
          </p:cNvPr>
          <p:cNvSpPr>
            <a:spLocks noGrp="1"/>
          </p:cNvSpPr>
          <p:nvPr>
            <p:ph type="sldNum" sz="quarter" idx="17"/>
          </p:nvPr>
        </p:nvSpPr>
        <p:spPr/>
        <p:txBody>
          <a:bodyPr/>
          <a:lstStyle>
            <a:lvl1pPr>
              <a:defRPr b="0"/>
            </a:lvl1pPr>
          </a:lstStyle>
          <a:p>
            <a:fld id="{AEAA3239-9EA4-4A65-A281-97F994456D9F}" type="slidenum">
              <a:rPr lang="en-US" smtClean="0"/>
              <a:pPr/>
              <a:t>‹#›</a:t>
            </a:fld>
            <a:endParaRPr lang="en-US" b="0" dirty="0"/>
          </a:p>
        </p:txBody>
      </p:sp>
    </p:spTree>
    <p:extLst>
      <p:ext uri="{BB962C8B-B14F-4D97-AF65-F5344CB8AC3E}">
        <p14:creationId xmlns:p14="http://schemas.microsoft.com/office/powerpoint/2010/main" val="257198601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85800" y="685799"/>
            <a:ext cx="2651760" cy="2194560"/>
          </a:xfrm>
        </p:spPr>
        <p:txBody>
          <a:bodyPr anchor="b"/>
          <a:lstStyle/>
          <a:p>
            <a:r>
              <a:rPr lang="en-US" dirty="0"/>
              <a:t>Click to edit Master title style</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685800" y="3011335"/>
            <a:ext cx="2651760" cy="2656250"/>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Picture Placeholder 9">
            <a:extLst>
              <a:ext uri="{FF2B5EF4-FFF2-40B4-BE49-F238E27FC236}">
                <a16:creationId xmlns:a16="http://schemas.microsoft.com/office/drawing/2014/main" id="{3CA946DA-5AE8-39E2-3ADD-B8F06308C1C6}"/>
              </a:ext>
            </a:extLst>
          </p:cNvPr>
          <p:cNvSpPr>
            <a:spLocks noGrp="1"/>
          </p:cNvSpPr>
          <p:nvPr>
            <p:ph type="pic" sz="quarter" idx="13" hasCustomPrompt="1"/>
          </p:nvPr>
        </p:nvSpPr>
        <p:spPr>
          <a:xfrm>
            <a:off x="3865677" y="0"/>
            <a:ext cx="8326323" cy="685800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4" name="Footer Placeholder 3">
            <a:extLst>
              <a:ext uri="{FF2B5EF4-FFF2-40B4-BE49-F238E27FC236}">
                <a16:creationId xmlns:a16="http://schemas.microsoft.com/office/drawing/2014/main" id="{FAF1FD15-D660-8E99-2F30-F821EA8FBC04}"/>
              </a:ext>
            </a:extLst>
          </p:cNvPr>
          <p:cNvSpPr>
            <a:spLocks noGrp="1"/>
          </p:cNvSpPr>
          <p:nvPr>
            <p:ph type="ftr" sz="quarter" idx="16"/>
          </p:nvPr>
        </p:nvSpPr>
        <p:spPr/>
        <p:txBody>
          <a:bodyPr/>
          <a:lstStyle>
            <a:lvl1pPr>
              <a:defRPr b="0"/>
            </a:lvl1pPr>
          </a:lstStyle>
          <a:p>
            <a:endParaRPr lang="en-US" b="0" dirty="0"/>
          </a:p>
        </p:txBody>
      </p:sp>
      <p:sp>
        <p:nvSpPr>
          <p:cNvPr id="3" name="Date Placeholder 2">
            <a:extLst>
              <a:ext uri="{FF2B5EF4-FFF2-40B4-BE49-F238E27FC236}">
                <a16:creationId xmlns:a16="http://schemas.microsoft.com/office/drawing/2014/main" id="{217EB7F9-DC25-C1C0-FB90-D37C62D49000}"/>
              </a:ext>
            </a:extLst>
          </p:cNvPr>
          <p:cNvSpPr>
            <a:spLocks noGrp="1"/>
          </p:cNvSpPr>
          <p:nvPr>
            <p:ph type="dt" sz="half" idx="15"/>
          </p:nvPr>
        </p:nvSpPr>
        <p:spPr>
          <a:xfrm>
            <a:off x="2395637" y="6309360"/>
            <a:ext cx="914400" cy="548640"/>
          </a:xfrm>
        </p:spPr>
        <p:txBody>
          <a:bodyPr lIns="91440" rIns="91440"/>
          <a:lstStyle>
            <a:lvl1pPr algn="r">
              <a:defRPr b="1"/>
            </a:lvl1pPr>
          </a:lstStyle>
          <a:p>
            <a:fld id="{96915FBF-2967-4DC4-BA06-B4739097A819}" type="datetime1">
              <a:rPr lang="en-US" smtClean="0"/>
              <a:t>3/5/2026</a:t>
            </a:fld>
            <a:endParaRPr lang="en-US" b="1" dirty="0"/>
          </a:p>
        </p:txBody>
      </p:sp>
      <p:sp>
        <p:nvSpPr>
          <p:cNvPr id="9" name="Slide Number Placeholder 8">
            <a:extLst>
              <a:ext uri="{FF2B5EF4-FFF2-40B4-BE49-F238E27FC236}">
                <a16:creationId xmlns:a16="http://schemas.microsoft.com/office/drawing/2014/main" id="{5367B05B-9852-9253-5FA9-E7F01FA6DB01}"/>
              </a:ext>
            </a:extLst>
          </p:cNvPr>
          <p:cNvSpPr>
            <a:spLocks noGrp="1"/>
          </p:cNvSpPr>
          <p:nvPr>
            <p:ph type="sldNum" sz="quarter" idx="17"/>
          </p:nvPr>
        </p:nvSpPr>
        <p:spPr/>
        <p:txBody>
          <a:bodyPr/>
          <a:lstStyle>
            <a:lvl1pPr>
              <a:defRPr b="0"/>
            </a:lvl1pPr>
          </a:lstStyle>
          <a:p>
            <a:fld id="{AEAA3239-9EA4-4A65-A281-97F994456D9F}" type="slidenum">
              <a:rPr lang="en-US" smtClean="0"/>
              <a:pPr/>
              <a:t>‹#›</a:t>
            </a:fld>
            <a:endParaRPr lang="en-US" b="0" dirty="0"/>
          </a:p>
        </p:txBody>
      </p:sp>
    </p:spTree>
    <p:extLst>
      <p:ext uri="{BB962C8B-B14F-4D97-AF65-F5344CB8AC3E}">
        <p14:creationId xmlns:p14="http://schemas.microsoft.com/office/powerpoint/2010/main" val="125729630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85800" y="5012268"/>
            <a:ext cx="4019522" cy="1127275"/>
          </a:xfrm>
        </p:spPr>
        <p:txBody>
          <a:bodyPr anchor="t">
            <a:normAutofit/>
          </a:bodyPr>
          <a:lstStyle>
            <a:lvl1pPr>
              <a:defRPr sz="2800"/>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4635132"/>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156009" y="5012267"/>
            <a:ext cx="6355080" cy="1241576"/>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Footer Placeholder 14">
            <a:extLst>
              <a:ext uri="{FF2B5EF4-FFF2-40B4-BE49-F238E27FC236}">
                <a16:creationId xmlns:a16="http://schemas.microsoft.com/office/drawing/2014/main" id="{7D34CD9F-D768-826C-6068-D19E14300141}"/>
              </a:ext>
            </a:extLst>
          </p:cNvPr>
          <p:cNvSpPr>
            <a:spLocks noGrp="1"/>
          </p:cNvSpPr>
          <p:nvPr>
            <p:ph type="ftr" sz="quarter" idx="16"/>
          </p:nvPr>
        </p:nvSpPr>
        <p:spPr/>
        <p:txBody>
          <a:bodyPr/>
          <a:lstStyle/>
          <a:p>
            <a:endParaRPr lang="en-US" sz="900" dirty="0"/>
          </a:p>
        </p:txBody>
      </p:sp>
      <p:sp>
        <p:nvSpPr>
          <p:cNvPr id="14" name="Date Placeholder 13">
            <a:extLst>
              <a:ext uri="{FF2B5EF4-FFF2-40B4-BE49-F238E27FC236}">
                <a16:creationId xmlns:a16="http://schemas.microsoft.com/office/drawing/2014/main" id="{701BED28-357D-4F89-B9BA-B6464B9050E2}"/>
              </a:ext>
            </a:extLst>
          </p:cNvPr>
          <p:cNvSpPr>
            <a:spLocks noGrp="1"/>
          </p:cNvSpPr>
          <p:nvPr>
            <p:ph type="dt" sz="half" idx="15"/>
          </p:nvPr>
        </p:nvSpPr>
        <p:spPr/>
        <p:txBody>
          <a:bodyPr/>
          <a:lstStyle/>
          <a:p>
            <a:fld id="{9D4577F9-C786-4780-89C8-12002BF4222A}" type="datetime1">
              <a:rPr lang="en-US" smtClean="0"/>
              <a:t>3/5/2026</a:t>
            </a:fld>
            <a:endParaRPr lang="en-US" sz="900" dirty="0"/>
          </a:p>
        </p:txBody>
      </p:sp>
      <p:sp>
        <p:nvSpPr>
          <p:cNvPr id="16" name="Slide Number Placeholder 15">
            <a:extLst>
              <a:ext uri="{FF2B5EF4-FFF2-40B4-BE49-F238E27FC236}">
                <a16:creationId xmlns:a16="http://schemas.microsoft.com/office/drawing/2014/main" id="{C87ECC3B-C467-A778-F8B3-C3354B191A0C}"/>
              </a:ext>
            </a:extLst>
          </p:cNvPr>
          <p:cNvSpPr>
            <a:spLocks noGrp="1"/>
          </p:cNvSpPr>
          <p:nvPr>
            <p:ph type="sldNum" sz="quarter" idx="17"/>
          </p:nvPr>
        </p:nvSpPr>
        <p:spPr/>
        <p:txBody>
          <a:bodyPr/>
          <a:lstStyle/>
          <a:p>
            <a:fld id="{AEAA3239-9EA4-4A65-A281-97F994456D9F}" type="slidenum">
              <a:rPr lang="en-US" smtClean="0"/>
              <a:pPr/>
              <a:t>‹#›</a:t>
            </a:fld>
            <a:endParaRPr lang="en-US" sz="900" dirty="0"/>
          </a:p>
        </p:txBody>
      </p:sp>
    </p:spTree>
    <p:extLst>
      <p:ext uri="{BB962C8B-B14F-4D97-AF65-F5344CB8AC3E}">
        <p14:creationId xmlns:p14="http://schemas.microsoft.com/office/powerpoint/2010/main" val="188444630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212663" y="685800"/>
            <a:ext cx="3291840" cy="1667226"/>
          </a:xfrm>
        </p:spPr>
        <p:txBody>
          <a:bodyPr anchor="b">
            <a:normAutofit/>
          </a:bodyPr>
          <a:lstStyle>
            <a:lvl1pPr>
              <a:defRPr sz="2800"/>
            </a:lvl1pPr>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0"/>
            <a:ext cx="7584144"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8212790" y="2468880"/>
            <a:ext cx="3291840" cy="374904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Footer Placeholder 11">
            <a:extLst>
              <a:ext uri="{FF2B5EF4-FFF2-40B4-BE49-F238E27FC236}">
                <a16:creationId xmlns:a16="http://schemas.microsoft.com/office/drawing/2014/main" id="{6416BD78-1156-E2CB-92EF-CBDD752BE701}"/>
              </a:ext>
            </a:extLst>
          </p:cNvPr>
          <p:cNvSpPr>
            <a:spLocks noGrp="1"/>
          </p:cNvSpPr>
          <p:nvPr>
            <p:ph type="ftr" sz="quarter" idx="16"/>
          </p:nvPr>
        </p:nvSpPr>
        <p:spPr>
          <a:xfrm>
            <a:off x="8212790" y="6309360"/>
            <a:ext cx="1444752" cy="548640"/>
          </a:xfrm>
        </p:spPr>
        <p:txBody>
          <a:bodyPr lIns="91440" rIns="91440"/>
          <a:lstStyle>
            <a:lvl1pPr algn="l">
              <a:defRPr b="0"/>
            </a:lvl1pPr>
          </a:lstStyle>
          <a:p>
            <a:endParaRPr lang="en-US" b="0" dirty="0"/>
          </a:p>
        </p:txBody>
      </p:sp>
      <p:sp>
        <p:nvSpPr>
          <p:cNvPr id="7" name="Date Placeholder 6">
            <a:extLst>
              <a:ext uri="{FF2B5EF4-FFF2-40B4-BE49-F238E27FC236}">
                <a16:creationId xmlns:a16="http://schemas.microsoft.com/office/drawing/2014/main" id="{72E9ACE6-EBDD-9FEF-E30B-C49DF2B5EB34}"/>
              </a:ext>
            </a:extLst>
          </p:cNvPr>
          <p:cNvSpPr>
            <a:spLocks noGrp="1"/>
          </p:cNvSpPr>
          <p:nvPr>
            <p:ph type="dt" sz="half" idx="15"/>
          </p:nvPr>
        </p:nvSpPr>
        <p:spPr/>
        <p:txBody>
          <a:bodyPr/>
          <a:lstStyle>
            <a:lvl1pPr>
              <a:defRPr b="1"/>
            </a:lvl1pPr>
          </a:lstStyle>
          <a:p>
            <a:fld id="{346FB09A-52E0-4375-AC46-87B491BD0FD9}" type="datetime1">
              <a:rPr lang="en-US" smtClean="0"/>
              <a:t>3/5/2026</a:t>
            </a:fld>
            <a:endParaRPr lang="en-US" b="1" dirty="0"/>
          </a:p>
        </p:txBody>
      </p:sp>
      <p:sp>
        <p:nvSpPr>
          <p:cNvPr id="13" name="Slide Number Placeholder 12">
            <a:extLst>
              <a:ext uri="{FF2B5EF4-FFF2-40B4-BE49-F238E27FC236}">
                <a16:creationId xmlns:a16="http://schemas.microsoft.com/office/drawing/2014/main" id="{30CBF556-3E2C-96E3-002A-1B5CD303E471}"/>
              </a:ext>
            </a:extLst>
          </p:cNvPr>
          <p:cNvSpPr>
            <a:spLocks noGrp="1"/>
          </p:cNvSpPr>
          <p:nvPr>
            <p:ph type="sldNum" sz="quarter" idx="17"/>
          </p:nvPr>
        </p:nvSpPr>
        <p:spPr/>
        <p:txBody>
          <a:bodyPr/>
          <a:lstStyle>
            <a:lvl1pPr>
              <a:defRPr b="0"/>
            </a:lvl1pPr>
          </a:lstStyle>
          <a:p>
            <a:fld id="{AEAA3239-9EA4-4A65-A281-97F994456D9F}" type="slidenum">
              <a:rPr lang="en-US" smtClean="0"/>
              <a:pPr/>
              <a:t>‹#›</a:t>
            </a:fld>
            <a:endParaRPr lang="en-US" b="0" dirty="0"/>
          </a:p>
        </p:txBody>
      </p:sp>
    </p:spTree>
    <p:extLst>
      <p:ext uri="{BB962C8B-B14F-4D97-AF65-F5344CB8AC3E}">
        <p14:creationId xmlns:p14="http://schemas.microsoft.com/office/powerpoint/2010/main" val="85988970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85800" y="685800"/>
            <a:ext cx="3291840" cy="1667226"/>
          </a:xfrm>
        </p:spPr>
        <p:txBody>
          <a:bodyPr anchor="b">
            <a:normAutofit/>
          </a:bodyPr>
          <a:lstStyle>
            <a:lvl1pPr>
              <a:defRPr sz="28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85800" y="2468880"/>
            <a:ext cx="3291840" cy="381488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4607856" y="0"/>
            <a:ext cx="7584144"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15" name="Footer Placeholder 14">
            <a:extLst>
              <a:ext uri="{FF2B5EF4-FFF2-40B4-BE49-F238E27FC236}">
                <a16:creationId xmlns:a16="http://schemas.microsoft.com/office/drawing/2014/main" id="{6E1A43F5-DA63-BB10-3630-B39550C555FC}"/>
              </a:ext>
            </a:extLst>
          </p:cNvPr>
          <p:cNvSpPr>
            <a:spLocks noGrp="1"/>
          </p:cNvSpPr>
          <p:nvPr>
            <p:ph type="ftr" sz="quarter" idx="16"/>
          </p:nvPr>
        </p:nvSpPr>
        <p:spPr/>
        <p:txBody>
          <a:bodyPr/>
          <a:lstStyle>
            <a:lvl1pPr>
              <a:defRPr b="0"/>
            </a:lvl1pPr>
          </a:lstStyle>
          <a:p>
            <a:endParaRPr lang="en-US" b="0" dirty="0"/>
          </a:p>
        </p:txBody>
      </p:sp>
      <p:sp>
        <p:nvSpPr>
          <p:cNvPr id="14" name="Date Placeholder 13">
            <a:extLst>
              <a:ext uri="{FF2B5EF4-FFF2-40B4-BE49-F238E27FC236}">
                <a16:creationId xmlns:a16="http://schemas.microsoft.com/office/drawing/2014/main" id="{9122A604-3126-053C-329B-F361F0C06D20}"/>
              </a:ext>
            </a:extLst>
          </p:cNvPr>
          <p:cNvSpPr>
            <a:spLocks noGrp="1"/>
          </p:cNvSpPr>
          <p:nvPr>
            <p:ph type="dt" sz="half" idx="15"/>
          </p:nvPr>
        </p:nvSpPr>
        <p:spPr>
          <a:xfrm>
            <a:off x="3063240" y="6309360"/>
            <a:ext cx="914400" cy="548640"/>
          </a:xfrm>
        </p:spPr>
        <p:txBody>
          <a:bodyPr lIns="91440" rIns="91440"/>
          <a:lstStyle>
            <a:lvl1pPr algn="r">
              <a:defRPr b="1"/>
            </a:lvl1pPr>
          </a:lstStyle>
          <a:p>
            <a:fld id="{1E895A57-89A1-4D9A-973F-A508C25AAE17}" type="datetime1">
              <a:rPr lang="en-US" smtClean="0"/>
              <a:t>3/5/2026</a:t>
            </a:fld>
            <a:endParaRPr lang="en-US" b="1" dirty="0"/>
          </a:p>
        </p:txBody>
      </p:sp>
      <p:sp>
        <p:nvSpPr>
          <p:cNvPr id="16" name="Slide Number Placeholder 15">
            <a:extLst>
              <a:ext uri="{FF2B5EF4-FFF2-40B4-BE49-F238E27FC236}">
                <a16:creationId xmlns:a16="http://schemas.microsoft.com/office/drawing/2014/main" id="{F0A79120-8B24-0DF4-8107-506DBEAA07B9}"/>
              </a:ext>
            </a:extLst>
          </p:cNvPr>
          <p:cNvSpPr>
            <a:spLocks noGrp="1"/>
          </p:cNvSpPr>
          <p:nvPr>
            <p:ph type="sldNum" sz="quarter" idx="17"/>
          </p:nvPr>
        </p:nvSpPr>
        <p:spPr/>
        <p:txBody>
          <a:bodyPr/>
          <a:lstStyle>
            <a:lvl1pPr>
              <a:defRPr b="0"/>
            </a:lvl1pPr>
          </a:lstStyle>
          <a:p>
            <a:fld id="{AEAA3239-9EA4-4A65-A281-97F994456D9F}" type="slidenum">
              <a:rPr lang="en-US" smtClean="0"/>
              <a:pPr/>
              <a:t>‹#›</a:t>
            </a:fld>
            <a:endParaRPr lang="en-US" b="0" dirty="0"/>
          </a:p>
        </p:txBody>
      </p:sp>
    </p:spTree>
    <p:extLst>
      <p:ext uri="{BB962C8B-B14F-4D97-AF65-F5344CB8AC3E}">
        <p14:creationId xmlns:p14="http://schemas.microsoft.com/office/powerpoint/2010/main" val="177326210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094553" y="685800"/>
            <a:ext cx="4389120" cy="1280160"/>
          </a:xfrm>
        </p:spPr>
        <p:txBody>
          <a:bodyPr anchor="b">
            <a:normAutofit/>
          </a:bodyPr>
          <a:lstStyle>
            <a:lvl1pPr>
              <a:defRPr sz="2800"/>
            </a:lvl1pPr>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6492240"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104889" y="2103120"/>
            <a:ext cx="4389120" cy="41148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Footer Placeholder 14">
            <a:extLst>
              <a:ext uri="{FF2B5EF4-FFF2-40B4-BE49-F238E27FC236}">
                <a16:creationId xmlns:a16="http://schemas.microsoft.com/office/drawing/2014/main" id="{949D437D-B77F-C121-8BA3-65C20A0FDC24}"/>
              </a:ext>
            </a:extLst>
          </p:cNvPr>
          <p:cNvSpPr>
            <a:spLocks noGrp="1"/>
          </p:cNvSpPr>
          <p:nvPr>
            <p:ph type="ftr" sz="quarter" idx="16"/>
          </p:nvPr>
        </p:nvSpPr>
        <p:spPr>
          <a:xfrm>
            <a:off x="7104889" y="6309360"/>
            <a:ext cx="1444752" cy="548640"/>
          </a:xfrm>
        </p:spPr>
        <p:txBody>
          <a:bodyPr lIns="91440" rIns="91440"/>
          <a:lstStyle>
            <a:lvl1pPr algn="l">
              <a:defRPr b="0"/>
            </a:lvl1pPr>
          </a:lstStyle>
          <a:p>
            <a:endParaRPr lang="en-US" b="0" dirty="0"/>
          </a:p>
        </p:txBody>
      </p:sp>
      <p:sp>
        <p:nvSpPr>
          <p:cNvPr id="14" name="Date Placeholder 13">
            <a:extLst>
              <a:ext uri="{FF2B5EF4-FFF2-40B4-BE49-F238E27FC236}">
                <a16:creationId xmlns:a16="http://schemas.microsoft.com/office/drawing/2014/main" id="{79900472-B335-DFA2-4332-6F5ECFE866CF}"/>
              </a:ext>
            </a:extLst>
          </p:cNvPr>
          <p:cNvSpPr>
            <a:spLocks noGrp="1"/>
          </p:cNvSpPr>
          <p:nvPr>
            <p:ph type="dt" sz="half" idx="15"/>
          </p:nvPr>
        </p:nvSpPr>
        <p:spPr/>
        <p:txBody>
          <a:bodyPr/>
          <a:lstStyle>
            <a:lvl1pPr>
              <a:defRPr b="0"/>
            </a:lvl1pPr>
          </a:lstStyle>
          <a:p>
            <a:fld id="{FE5062D3-5ABC-4149-AD2B-B4628FCC03BE}" type="datetime1">
              <a:rPr lang="en-US" smtClean="0"/>
              <a:t>3/5/2026</a:t>
            </a:fld>
            <a:endParaRPr lang="en-US" b="0" dirty="0"/>
          </a:p>
        </p:txBody>
      </p:sp>
      <p:sp>
        <p:nvSpPr>
          <p:cNvPr id="16" name="Slide Number Placeholder 15">
            <a:extLst>
              <a:ext uri="{FF2B5EF4-FFF2-40B4-BE49-F238E27FC236}">
                <a16:creationId xmlns:a16="http://schemas.microsoft.com/office/drawing/2014/main" id="{7BCFC63E-10B6-67ED-510E-4198601682B9}"/>
              </a:ext>
            </a:extLst>
          </p:cNvPr>
          <p:cNvSpPr>
            <a:spLocks noGrp="1"/>
          </p:cNvSpPr>
          <p:nvPr>
            <p:ph type="sldNum" sz="quarter" idx="17"/>
          </p:nvPr>
        </p:nvSpPr>
        <p:spPr/>
        <p:txBody>
          <a:bodyPr/>
          <a:lstStyle>
            <a:lvl1pPr>
              <a:defRPr b="0"/>
            </a:lvl1pPr>
          </a:lstStyle>
          <a:p>
            <a:fld id="{AEAA3239-9EA4-4A65-A281-97F994456D9F}" type="slidenum">
              <a:rPr lang="en-US" smtClean="0"/>
              <a:pPr/>
              <a:t>‹#›</a:t>
            </a:fld>
            <a:endParaRPr lang="en-US" b="0" dirty="0"/>
          </a:p>
        </p:txBody>
      </p:sp>
    </p:spTree>
    <p:extLst>
      <p:ext uri="{BB962C8B-B14F-4D97-AF65-F5344CB8AC3E}">
        <p14:creationId xmlns:p14="http://schemas.microsoft.com/office/powerpoint/2010/main" val="65140510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85800" y="685800"/>
            <a:ext cx="4389120" cy="1288169"/>
          </a:xfrm>
        </p:spPr>
        <p:txBody>
          <a:bodyPr anchor="b">
            <a:normAutofit/>
          </a:bodyPr>
          <a:lstStyle>
            <a:lvl1pPr>
              <a:defRPr sz="2800"/>
            </a:lvl1pPr>
          </a:lstStyle>
          <a:p>
            <a:r>
              <a:rPr lang="en-US" dirty="0"/>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85800" y="2103120"/>
            <a:ext cx="4389120" cy="41148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658928" y="0"/>
            <a:ext cx="6533072"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12" name="Footer Placeholder 11">
            <a:extLst>
              <a:ext uri="{FF2B5EF4-FFF2-40B4-BE49-F238E27FC236}">
                <a16:creationId xmlns:a16="http://schemas.microsoft.com/office/drawing/2014/main" id="{15DB2D33-C4AD-9210-0361-1ED8CAFE801F}"/>
              </a:ext>
            </a:extLst>
          </p:cNvPr>
          <p:cNvSpPr>
            <a:spLocks noGrp="1"/>
          </p:cNvSpPr>
          <p:nvPr>
            <p:ph type="ftr" sz="quarter" idx="16"/>
          </p:nvPr>
        </p:nvSpPr>
        <p:spPr/>
        <p:txBody>
          <a:bodyPr/>
          <a:lstStyle>
            <a:lvl1pPr>
              <a:defRPr b="0"/>
            </a:lvl1pPr>
          </a:lstStyle>
          <a:p>
            <a:endParaRPr lang="en-US" b="0" dirty="0"/>
          </a:p>
        </p:txBody>
      </p:sp>
      <p:sp>
        <p:nvSpPr>
          <p:cNvPr id="10" name="Date Placeholder 9">
            <a:extLst>
              <a:ext uri="{FF2B5EF4-FFF2-40B4-BE49-F238E27FC236}">
                <a16:creationId xmlns:a16="http://schemas.microsoft.com/office/drawing/2014/main" id="{F238A9DF-AC38-D01B-9F44-E40F0332E72B}"/>
              </a:ext>
            </a:extLst>
          </p:cNvPr>
          <p:cNvSpPr>
            <a:spLocks noGrp="1"/>
          </p:cNvSpPr>
          <p:nvPr>
            <p:ph type="dt" sz="half" idx="15"/>
          </p:nvPr>
        </p:nvSpPr>
        <p:spPr>
          <a:xfrm>
            <a:off x="4160520" y="6309360"/>
            <a:ext cx="914400" cy="548640"/>
          </a:xfrm>
        </p:spPr>
        <p:txBody>
          <a:bodyPr lIns="91440" rIns="91440"/>
          <a:lstStyle>
            <a:lvl1pPr algn="r">
              <a:defRPr b="1"/>
            </a:lvl1pPr>
          </a:lstStyle>
          <a:p>
            <a:fld id="{0E8FAB13-78C9-4DD7-B1AD-FA9F202D4371}" type="datetime1">
              <a:rPr lang="en-US" smtClean="0"/>
              <a:t>3/5/2026</a:t>
            </a:fld>
            <a:endParaRPr lang="en-US" b="1" dirty="0"/>
          </a:p>
        </p:txBody>
      </p:sp>
      <p:sp>
        <p:nvSpPr>
          <p:cNvPr id="13" name="Slide Number Placeholder 12">
            <a:extLst>
              <a:ext uri="{FF2B5EF4-FFF2-40B4-BE49-F238E27FC236}">
                <a16:creationId xmlns:a16="http://schemas.microsoft.com/office/drawing/2014/main" id="{19BD9C04-DDA3-9724-5D4F-D0DE36829154}"/>
              </a:ext>
            </a:extLst>
          </p:cNvPr>
          <p:cNvSpPr>
            <a:spLocks noGrp="1"/>
          </p:cNvSpPr>
          <p:nvPr>
            <p:ph type="sldNum" sz="quarter" idx="17"/>
          </p:nvPr>
        </p:nvSpPr>
        <p:spPr/>
        <p:txBody>
          <a:bodyPr/>
          <a:lstStyle>
            <a:lvl1pPr>
              <a:defRPr b="0"/>
            </a:lvl1pPr>
          </a:lstStyle>
          <a:p>
            <a:fld id="{AEAA3239-9EA4-4A65-A281-97F994456D9F}" type="slidenum">
              <a:rPr lang="en-US" smtClean="0"/>
              <a:pPr/>
              <a:t>‹#›</a:t>
            </a:fld>
            <a:endParaRPr lang="en-US" b="0" dirty="0"/>
          </a:p>
        </p:txBody>
      </p:sp>
    </p:spTree>
    <p:extLst>
      <p:ext uri="{BB962C8B-B14F-4D97-AF65-F5344CB8AC3E}">
        <p14:creationId xmlns:p14="http://schemas.microsoft.com/office/powerpoint/2010/main" val="398614863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85800" y="3880757"/>
            <a:ext cx="3044954" cy="2245126"/>
          </a:xfrm>
        </p:spPr>
        <p:txBody>
          <a:bodyPr anchor="t">
            <a:normAutofit/>
          </a:bodyPr>
          <a:lstStyle>
            <a:lvl1pPr>
              <a:defRPr sz="2800"/>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3443331"/>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122370" y="3880757"/>
            <a:ext cx="7406640" cy="2443843"/>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Footer Placeholder 11">
            <a:extLst>
              <a:ext uri="{FF2B5EF4-FFF2-40B4-BE49-F238E27FC236}">
                <a16:creationId xmlns:a16="http://schemas.microsoft.com/office/drawing/2014/main" id="{5E1E2293-0981-CA67-BC69-2A34B16B7D29}"/>
              </a:ext>
            </a:extLst>
          </p:cNvPr>
          <p:cNvSpPr>
            <a:spLocks noGrp="1"/>
          </p:cNvSpPr>
          <p:nvPr>
            <p:ph type="ftr" sz="quarter" idx="16"/>
          </p:nvPr>
        </p:nvSpPr>
        <p:spPr/>
        <p:txBody>
          <a:bodyPr/>
          <a:lstStyle/>
          <a:p>
            <a:endParaRPr lang="en-US" sz="900" dirty="0"/>
          </a:p>
        </p:txBody>
      </p:sp>
      <p:sp>
        <p:nvSpPr>
          <p:cNvPr id="10" name="Date Placeholder 9">
            <a:extLst>
              <a:ext uri="{FF2B5EF4-FFF2-40B4-BE49-F238E27FC236}">
                <a16:creationId xmlns:a16="http://schemas.microsoft.com/office/drawing/2014/main" id="{7519DAE2-7AAB-3D6B-7EF9-2627D8237C9F}"/>
              </a:ext>
            </a:extLst>
          </p:cNvPr>
          <p:cNvSpPr>
            <a:spLocks noGrp="1"/>
          </p:cNvSpPr>
          <p:nvPr>
            <p:ph type="dt" sz="half" idx="15"/>
          </p:nvPr>
        </p:nvSpPr>
        <p:spPr/>
        <p:txBody>
          <a:bodyPr/>
          <a:lstStyle/>
          <a:p>
            <a:fld id="{686979C8-52DD-493B-9F1B-E6F0872B6C99}" type="datetime1">
              <a:rPr lang="en-US" smtClean="0"/>
              <a:t>3/5/2026</a:t>
            </a:fld>
            <a:endParaRPr lang="en-US" sz="900" dirty="0"/>
          </a:p>
        </p:txBody>
      </p:sp>
      <p:sp>
        <p:nvSpPr>
          <p:cNvPr id="13" name="Slide Number Placeholder 12">
            <a:extLst>
              <a:ext uri="{FF2B5EF4-FFF2-40B4-BE49-F238E27FC236}">
                <a16:creationId xmlns:a16="http://schemas.microsoft.com/office/drawing/2014/main" id="{A05FD2C2-A97A-832C-423E-BD004E960397}"/>
              </a:ext>
            </a:extLst>
          </p:cNvPr>
          <p:cNvSpPr>
            <a:spLocks noGrp="1"/>
          </p:cNvSpPr>
          <p:nvPr>
            <p:ph type="sldNum" sz="quarter" idx="17"/>
          </p:nvPr>
        </p:nvSpPr>
        <p:spPr/>
        <p:txBody>
          <a:bodyPr/>
          <a:lstStyle/>
          <a:p>
            <a:fld id="{AEAA3239-9EA4-4A65-A281-97F994456D9F}" type="slidenum">
              <a:rPr lang="en-US" smtClean="0"/>
              <a:pPr/>
              <a:t>‹#›</a:t>
            </a:fld>
            <a:endParaRPr lang="en-US" sz="900" dirty="0"/>
          </a:p>
        </p:txBody>
      </p:sp>
    </p:spTree>
    <p:extLst>
      <p:ext uri="{BB962C8B-B14F-4D97-AF65-F5344CB8AC3E}">
        <p14:creationId xmlns:p14="http://schemas.microsoft.com/office/powerpoint/2010/main" val="223909492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85800" y="685800"/>
            <a:ext cx="3021873" cy="1773540"/>
          </a:xfrm>
        </p:spPr>
        <p:txBody>
          <a:bodyPr anchor="t">
            <a:normAutofit/>
          </a:bodyPr>
          <a:lstStyle>
            <a:lvl1pPr>
              <a:defRPr sz="28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122370" y="685800"/>
            <a:ext cx="7360920" cy="2330455"/>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Footer Placeholder 8">
            <a:extLst>
              <a:ext uri="{FF2B5EF4-FFF2-40B4-BE49-F238E27FC236}">
                <a16:creationId xmlns:a16="http://schemas.microsoft.com/office/drawing/2014/main" id="{B95F48D1-80B9-D5A3-02FE-C55775ED181F}"/>
              </a:ext>
            </a:extLst>
          </p:cNvPr>
          <p:cNvSpPr>
            <a:spLocks noGrp="1"/>
          </p:cNvSpPr>
          <p:nvPr>
            <p:ph type="ftr" sz="quarter" idx="16"/>
          </p:nvPr>
        </p:nvSpPr>
        <p:spPr>
          <a:xfrm>
            <a:off x="609600" y="3048000"/>
            <a:ext cx="1444752" cy="548640"/>
          </a:xfrm>
        </p:spPr>
        <p:txBody>
          <a:bodyPr lIns="91440" rIns="91440"/>
          <a:lstStyle>
            <a:lvl1pPr algn="l">
              <a:defRPr b="0"/>
            </a:lvl1pPr>
          </a:lstStyle>
          <a:p>
            <a:endParaRPr lang="en-US" b="0" dirty="0"/>
          </a:p>
        </p:txBody>
      </p:sp>
      <p:sp>
        <p:nvSpPr>
          <p:cNvPr id="3" name="Date Placeholder 2">
            <a:extLst>
              <a:ext uri="{FF2B5EF4-FFF2-40B4-BE49-F238E27FC236}">
                <a16:creationId xmlns:a16="http://schemas.microsoft.com/office/drawing/2014/main" id="{06DF4A28-A60F-B442-081E-A6E44BF96F11}"/>
              </a:ext>
            </a:extLst>
          </p:cNvPr>
          <p:cNvSpPr>
            <a:spLocks noGrp="1"/>
          </p:cNvSpPr>
          <p:nvPr>
            <p:ph type="dt" sz="half" idx="15"/>
          </p:nvPr>
        </p:nvSpPr>
        <p:spPr>
          <a:xfrm>
            <a:off x="10668000" y="3048000"/>
            <a:ext cx="914400" cy="548640"/>
          </a:xfrm>
        </p:spPr>
        <p:txBody>
          <a:bodyPr lIns="91440" rIns="91440"/>
          <a:lstStyle>
            <a:lvl1pPr algn="r">
              <a:defRPr b="1"/>
            </a:lvl1pPr>
          </a:lstStyle>
          <a:p>
            <a:fld id="{7C03F42E-5F8D-4D93-8914-07006AA4742F}" type="datetime1">
              <a:rPr lang="en-US" smtClean="0"/>
              <a:t>3/5/2026</a:t>
            </a:fld>
            <a:endParaRPr lang="en-US" b="1" dirty="0"/>
          </a:p>
        </p:txBody>
      </p:sp>
      <p:sp>
        <p:nvSpPr>
          <p:cNvPr id="4" name="Picture Placeholder 3">
            <a:extLst>
              <a:ext uri="{FF2B5EF4-FFF2-40B4-BE49-F238E27FC236}">
                <a16:creationId xmlns:a16="http://schemas.microsoft.com/office/drawing/2014/main" id="{EDB92F6E-55FC-C88B-734D-26D3B9923E69}"/>
              </a:ext>
            </a:extLst>
          </p:cNvPr>
          <p:cNvSpPr>
            <a:spLocks noGrp="1"/>
          </p:cNvSpPr>
          <p:nvPr>
            <p:ph type="pic" sz="quarter" idx="13" hasCustomPrompt="1"/>
          </p:nvPr>
        </p:nvSpPr>
        <p:spPr>
          <a:xfrm>
            <a:off x="-1" y="3636524"/>
            <a:ext cx="12192000" cy="3221477"/>
          </a:xfrm>
          <a:custGeom>
            <a:avLst/>
            <a:gdLst>
              <a:gd name="connsiteX0" fmla="*/ 0 w 12192000"/>
              <a:gd name="connsiteY0" fmla="*/ 0 h 3221477"/>
              <a:gd name="connsiteX1" fmla="*/ 12192000 w 12192000"/>
              <a:gd name="connsiteY1" fmla="*/ 0 h 3221477"/>
              <a:gd name="connsiteX2" fmla="*/ 12192000 w 12192000"/>
              <a:gd name="connsiteY2" fmla="*/ 3221477 h 3221477"/>
              <a:gd name="connsiteX3" fmla="*/ 0 w 12192000"/>
              <a:gd name="connsiteY3" fmla="*/ 3221477 h 3221477"/>
            </a:gdLst>
            <a:ahLst/>
            <a:cxnLst>
              <a:cxn ang="0">
                <a:pos x="connsiteX0" y="connsiteY0"/>
              </a:cxn>
              <a:cxn ang="0">
                <a:pos x="connsiteX1" y="connsiteY1"/>
              </a:cxn>
              <a:cxn ang="0">
                <a:pos x="connsiteX2" y="connsiteY2"/>
              </a:cxn>
              <a:cxn ang="0">
                <a:pos x="connsiteX3" y="connsiteY3"/>
              </a:cxn>
            </a:cxnLst>
            <a:rect l="l" t="t" r="r" b="b"/>
            <a:pathLst>
              <a:path w="12192000" h="3221477">
                <a:moveTo>
                  <a:pt x="0" y="0"/>
                </a:moveTo>
                <a:lnTo>
                  <a:pt x="12192000" y="0"/>
                </a:lnTo>
                <a:lnTo>
                  <a:pt x="12192000" y="3221477"/>
                </a:lnTo>
                <a:lnTo>
                  <a:pt x="0" y="3221477"/>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10" name="Slide Number Placeholder 9">
            <a:extLst>
              <a:ext uri="{FF2B5EF4-FFF2-40B4-BE49-F238E27FC236}">
                <a16:creationId xmlns:a16="http://schemas.microsoft.com/office/drawing/2014/main" id="{7A9F18E4-7312-4847-6937-774793858146}"/>
              </a:ext>
            </a:extLst>
          </p:cNvPr>
          <p:cNvSpPr>
            <a:spLocks noGrp="1"/>
          </p:cNvSpPr>
          <p:nvPr>
            <p:ph type="sldNum" sz="quarter" idx="17"/>
          </p:nvPr>
        </p:nvSpPr>
        <p:spPr/>
        <p:txBody>
          <a:bodyPr/>
          <a:lstStyle>
            <a:lvl1pPr>
              <a:defRPr b="0"/>
            </a:lvl1pPr>
          </a:lstStyle>
          <a:p>
            <a:fld id="{AEAA3239-9EA4-4A65-A281-97F994456D9F}" type="slidenum">
              <a:rPr lang="en-US" smtClean="0"/>
              <a:pPr/>
              <a:t>‹#›</a:t>
            </a:fld>
            <a:endParaRPr lang="en-US" b="0" dirty="0"/>
          </a:p>
        </p:txBody>
      </p:sp>
    </p:spTree>
    <p:extLst>
      <p:ext uri="{BB962C8B-B14F-4D97-AF65-F5344CB8AC3E}">
        <p14:creationId xmlns:p14="http://schemas.microsoft.com/office/powerpoint/2010/main" val="14613418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tent with Picture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156011" y="685800"/>
            <a:ext cx="6355080" cy="1280160"/>
          </a:xfrm>
        </p:spPr>
        <p:txBody>
          <a:bodyPr anchor="b"/>
          <a:lstStyle/>
          <a:p>
            <a:r>
              <a:rPr lang="en-US" dirty="0"/>
              <a:t>Click to edit Master title style</a:t>
            </a:r>
          </a:p>
        </p:txBody>
      </p:sp>
      <p:sp>
        <p:nvSpPr>
          <p:cNvPr id="14" name="Picture Placeholder 13">
            <a:extLst>
              <a:ext uri="{FF2B5EF4-FFF2-40B4-BE49-F238E27FC236}">
                <a16:creationId xmlns:a16="http://schemas.microsoft.com/office/drawing/2014/main" id="{0F6718FE-EF5C-5023-A98D-91BFEF2C0337}"/>
              </a:ext>
            </a:extLst>
          </p:cNvPr>
          <p:cNvSpPr>
            <a:spLocks noGrp="1"/>
          </p:cNvSpPr>
          <p:nvPr>
            <p:ph type="pic" sz="quarter" idx="13" hasCustomPrompt="1"/>
          </p:nvPr>
        </p:nvSpPr>
        <p:spPr>
          <a:xfrm>
            <a:off x="0" y="1"/>
            <a:ext cx="4560454" cy="6858000"/>
          </a:xfrm>
          <a:custGeom>
            <a:avLst/>
            <a:gdLst>
              <a:gd name="connsiteX0" fmla="*/ 0 w 4560454"/>
              <a:gd name="connsiteY0" fmla="*/ 0 h 6858000"/>
              <a:gd name="connsiteX1" fmla="*/ 4560454 w 4560454"/>
              <a:gd name="connsiteY1" fmla="*/ 0 h 6858000"/>
              <a:gd name="connsiteX2" fmla="*/ 4560454 w 4560454"/>
              <a:gd name="connsiteY2" fmla="*/ 6858000 h 6858000"/>
              <a:gd name="connsiteX3" fmla="*/ 0 w 456045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0454" h="6858000">
                <a:moveTo>
                  <a:pt x="0" y="0"/>
                </a:moveTo>
                <a:lnTo>
                  <a:pt x="4560454" y="0"/>
                </a:lnTo>
                <a:lnTo>
                  <a:pt x="4560454"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157368" y="2103120"/>
            <a:ext cx="6355080" cy="41148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Footer Placeholder 15">
            <a:extLst>
              <a:ext uri="{FF2B5EF4-FFF2-40B4-BE49-F238E27FC236}">
                <a16:creationId xmlns:a16="http://schemas.microsoft.com/office/drawing/2014/main" id="{F06C09F9-F830-FCE8-A68C-46E87CA1E1A3}"/>
              </a:ext>
            </a:extLst>
          </p:cNvPr>
          <p:cNvSpPr>
            <a:spLocks noGrp="1"/>
          </p:cNvSpPr>
          <p:nvPr>
            <p:ph type="ftr" sz="quarter" idx="16"/>
          </p:nvPr>
        </p:nvSpPr>
        <p:spPr>
          <a:xfrm>
            <a:off x="5157368" y="6309360"/>
            <a:ext cx="1444752" cy="548640"/>
          </a:xfrm>
        </p:spPr>
        <p:txBody>
          <a:bodyPr lIns="91440" rIns="91440"/>
          <a:lstStyle>
            <a:lvl1pPr algn="l">
              <a:defRPr b="0"/>
            </a:lvl1pPr>
          </a:lstStyle>
          <a:p>
            <a:endParaRPr lang="en-US" b="0" dirty="0"/>
          </a:p>
        </p:txBody>
      </p:sp>
      <p:sp>
        <p:nvSpPr>
          <p:cNvPr id="15" name="Date Placeholder 14">
            <a:extLst>
              <a:ext uri="{FF2B5EF4-FFF2-40B4-BE49-F238E27FC236}">
                <a16:creationId xmlns:a16="http://schemas.microsoft.com/office/drawing/2014/main" id="{D1819327-8877-34E6-BAFE-8B1ADD1A026A}"/>
              </a:ext>
            </a:extLst>
          </p:cNvPr>
          <p:cNvSpPr>
            <a:spLocks noGrp="1"/>
          </p:cNvSpPr>
          <p:nvPr>
            <p:ph type="dt" sz="half" idx="15"/>
          </p:nvPr>
        </p:nvSpPr>
        <p:spPr/>
        <p:txBody>
          <a:bodyPr/>
          <a:lstStyle>
            <a:lvl1pPr>
              <a:defRPr b="0"/>
            </a:lvl1pPr>
          </a:lstStyle>
          <a:p>
            <a:fld id="{375FA41B-5F76-41CD-B49E-9A2C1EDBDC1C}" type="datetime1">
              <a:rPr lang="en-US" smtClean="0"/>
              <a:t>3/5/2026</a:t>
            </a:fld>
            <a:endParaRPr lang="en-US" b="0" dirty="0"/>
          </a:p>
        </p:txBody>
      </p:sp>
      <p:sp>
        <p:nvSpPr>
          <p:cNvPr id="17" name="Slide Number Placeholder 16">
            <a:extLst>
              <a:ext uri="{FF2B5EF4-FFF2-40B4-BE49-F238E27FC236}">
                <a16:creationId xmlns:a16="http://schemas.microsoft.com/office/drawing/2014/main" id="{8D186B16-8BC2-A5C9-BAAE-FADB9B1DADA6}"/>
              </a:ext>
            </a:extLst>
          </p:cNvPr>
          <p:cNvSpPr>
            <a:spLocks noGrp="1"/>
          </p:cNvSpPr>
          <p:nvPr>
            <p:ph type="sldNum" sz="quarter" idx="17"/>
          </p:nvPr>
        </p:nvSpPr>
        <p:spPr/>
        <p:txBody>
          <a:bodyPr/>
          <a:lstStyle>
            <a:lvl1pPr>
              <a:defRPr b="0"/>
            </a:lvl1pPr>
          </a:lstStyle>
          <a:p>
            <a:fld id="{AEAA3239-9EA4-4A65-A281-97F994456D9F}" type="slidenum">
              <a:rPr lang="en-US" smtClean="0"/>
              <a:pPr/>
              <a:t>‹#›</a:t>
            </a:fld>
            <a:endParaRPr lang="en-US" b="0" dirty="0"/>
          </a:p>
        </p:txBody>
      </p:sp>
    </p:spTree>
    <p:extLst>
      <p:ext uri="{BB962C8B-B14F-4D97-AF65-F5344CB8AC3E}">
        <p14:creationId xmlns:p14="http://schemas.microsoft.com/office/powerpoint/2010/main" val="155048761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nt with Picture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85800" y="683319"/>
            <a:ext cx="6355080" cy="1280160"/>
          </a:xfrm>
        </p:spPr>
        <p:txBody>
          <a:bodyPr anchor="b"/>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85800" y="2103120"/>
            <a:ext cx="635508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624831" y="0"/>
            <a:ext cx="4567169"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16" name="Footer Placeholder 15">
            <a:extLst>
              <a:ext uri="{FF2B5EF4-FFF2-40B4-BE49-F238E27FC236}">
                <a16:creationId xmlns:a16="http://schemas.microsoft.com/office/drawing/2014/main" id="{18C2F483-D495-8615-D65D-DA8600D576F9}"/>
              </a:ext>
            </a:extLst>
          </p:cNvPr>
          <p:cNvSpPr>
            <a:spLocks noGrp="1"/>
          </p:cNvSpPr>
          <p:nvPr>
            <p:ph type="ftr" sz="quarter" idx="16"/>
          </p:nvPr>
        </p:nvSpPr>
        <p:spPr/>
        <p:txBody>
          <a:bodyPr/>
          <a:lstStyle>
            <a:lvl1pPr>
              <a:defRPr b="1"/>
            </a:lvl1pPr>
          </a:lstStyle>
          <a:p>
            <a:endParaRPr lang="en-US" b="1" dirty="0"/>
          </a:p>
        </p:txBody>
      </p:sp>
      <p:sp>
        <p:nvSpPr>
          <p:cNvPr id="15" name="Date Placeholder 14">
            <a:extLst>
              <a:ext uri="{FF2B5EF4-FFF2-40B4-BE49-F238E27FC236}">
                <a16:creationId xmlns:a16="http://schemas.microsoft.com/office/drawing/2014/main" id="{85C5EF50-1752-13E9-6E42-5841ABC0FBEA}"/>
              </a:ext>
            </a:extLst>
          </p:cNvPr>
          <p:cNvSpPr>
            <a:spLocks noGrp="1"/>
          </p:cNvSpPr>
          <p:nvPr>
            <p:ph type="dt" sz="half" idx="15"/>
          </p:nvPr>
        </p:nvSpPr>
        <p:spPr>
          <a:xfrm>
            <a:off x="6126480" y="6309360"/>
            <a:ext cx="914400" cy="548640"/>
          </a:xfrm>
        </p:spPr>
        <p:txBody>
          <a:bodyPr lIns="91440" rIns="91440"/>
          <a:lstStyle>
            <a:lvl1pPr algn="r">
              <a:defRPr b="1"/>
            </a:lvl1pPr>
          </a:lstStyle>
          <a:p>
            <a:fld id="{88367745-4856-49AE-A6C9-D1DAB93EF8FA}" type="datetime1">
              <a:rPr lang="en-US" smtClean="0"/>
              <a:t>3/5/2026</a:t>
            </a:fld>
            <a:endParaRPr lang="en-US" b="1" dirty="0"/>
          </a:p>
        </p:txBody>
      </p:sp>
      <p:sp>
        <p:nvSpPr>
          <p:cNvPr id="17" name="Slide Number Placeholder 16">
            <a:extLst>
              <a:ext uri="{FF2B5EF4-FFF2-40B4-BE49-F238E27FC236}">
                <a16:creationId xmlns:a16="http://schemas.microsoft.com/office/drawing/2014/main" id="{88303AB8-17D0-98A6-4FC4-DA144A3C3D03}"/>
              </a:ext>
            </a:extLst>
          </p:cNvPr>
          <p:cNvSpPr>
            <a:spLocks noGrp="1"/>
          </p:cNvSpPr>
          <p:nvPr>
            <p:ph type="sldNum" sz="quarter" idx="17"/>
          </p:nvPr>
        </p:nvSpPr>
        <p:spPr/>
        <p:txBody>
          <a:bodyPr/>
          <a:lstStyle>
            <a:lvl1pPr>
              <a:defRPr b="1"/>
            </a:lvl1pPr>
          </a:lstStyle>
          <a:p>
            <a:fld id="{AEAA3239-9EA4-4A65-A281-97F994456D9F}" type="slidenum">
              <a:rPr lang="en-US" smtClean="0"/>
              <a:pPr/>
              <a:t>‹#›</a:t>
            </a:fld>
            <a:endParaRPr lang="en-US" b="1" dirty="0"/>
          </a:p>
        </p:txBody>
      </p:sp>
    </p:spTree>
    <p:extLst>
      <p:ext uri="{BB962C8B-B14F-4D97-AF65-F5344CB8AC3E}">
        <p14:creationId xmlns:p14="http://schemas.microsoft.com/office/powerpoint/2010/main" val="221316482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with Picture 12">
    <p:bg>
      <p:bgPr>
        <a:solidFill>
          <a:schemeClr val="accent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85800" y="685800"/>
            <a:ext cx="10789920" cy="822960"/>
          </a:xfrm>
        </p:spPr>
        <p:txBody>
          <a:bodyPr anchor="b"/>
          <a:lstStyle>
            <a:lvl1pPr>
              <a:defRPr>
                <a:solidFill>
                  <a:schemeClr val="accent3"/>
                </a:solidFill>
              </a:defRPr>
            </a:lvl1pPr>
          </a:lstStyle>
          <a:p>
            <a:r>
              <a:rPr lang="en-US" dirty="0"/>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85800" y="1929384"/>
            <a:ext cx="4800600" cy="403013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Picture Placeholder 11">
            <a:extLst>
              <a:ext uri="{FF2B5EF4-FFF2-40B4-BE49-F238E27FC236}">
                <a16:creationId xmlns:a16="http://schemas.microsoft.com/office/drawing/2014/main" id="{96F64025-FA05-CC42-8294-F944BC95DD00}"/>
              </a:ext>
            </a:extLst>
          </p:cNvPr>
          <p:cNvSpPr>
            <a:spLocks noGrp="1"/>
          </p:cNvSpPr>
          <p:nvPr>
            <p:ph type="pic" sz="quarter" idx="13" hasCustomPrompt="1"/>
          </p:nvPr>
        </p:nvSpPr>
        <p:spPr>
          <a:xfrm>
            <a:off x="5998699" y="1929384"/>
            <a:ext cx="6193299" cy="4928616"/>
          </a:xfrm>
          <a:custGeom>
            <a:avLst/>
            <a:gdLst>
              <a:gd name="connsiteX0" fmla="*/ 0 w 6460672"/>
              <a:gd name="connsiteY0" fmla="*/ 0 h 5029200"/>
              <a:gd name="connsiteX1" fmla="*/ 6460672 w 6460672"/>
              <a:gd name="connsiteY1" fmla="*/ 0 h 5029200"/>
              <a:gd name="connsiteX2" fmla="*/ 6460672 w 6460672"/>
              <a:gd name="connsiteY2" fmla="*/ 5029200 h 5029200"/>
              <a:gd name="connsiteX3" fmla="*/ 0 w 6460672"/>
              <a:gd name="connsiteY3" fmla="*/ 5029200 h 5029200"/>
            </a:gdLst>
            <a:ahLst/>
            <a:cxnLst>
              <a:cxn ang="0">
                <a:pos x="connsiteX0" y="connsiteY0"/>
              </a:cxn>
              <a:cxn ang="0">
                <a:pos x="connsiteX1" y="connsiteY1"/>
              </a:cxn>
              <a:cxn ang="0">
                <a:pos x="connsiteX2" y="connsiteY2"/>
              </a:cxn>
              <a:cxn ang="0">
                <a:pos x="connsiteX3" y="connsiteY3"/>
              </a:cxn>
            </a:cxnLst>
            <a:rect l="l" t="t" r="r" b="b"/>
            <a:pathLst>
              <a:path w="6460672" h="5029200">
                <a:moveTo>
                  <a:pt x="0" y="0"/>
                </a:moveTo>
                <a:lnTo>
                  <a:pt x="6460672" y="0"/>
                </a:lnTo>
                <a:lnTo>
                  <a:pt x="6460672" y="5029200"/>
                </a:lnTo>
                <a:lnTo>
                  <a:pt x="0" y="5029200"/>
                </a:lnTo>
                <a:close/>
              </a:path>
            </a:pathLst>
          </a:custGeom>
          <a:blipFill dpi="0" rotWithShape="1">
            <a:blip r:embed="rId2">
              <a:alphaModFix amt="60000"/>
            </a:blip>
            <a:srcRect/>
            <a:stretch>
              <a:fillRect/>
            </a:stretch>
          </a:blipFill>
        </p:spPr>
        <p:txBody>
          <a:bodyPr vert="horz" wrap="square" lIns="91440" tIns="45720" rIns="91440" bIns="45720" rtlCol="0">
            <a:noAutofit/>
          </a:bodyPr>
          <a:lstStyle>
            <a:lvl1pPr>
              <a:buNone/>
              <a:defRPr lang="en-US" dirty="0"/>
            </a:lvl1pPr>
          </a:lstStyle>
          <a:p>
            <a:pPr marL="228600" lvl="0" indent="-228600"/>
            <a:r>
              <a:rPr lang="en-US" dirty="0"/>
              <a:t>   </a:t>
            </a:r>
          </a:p>
        </p:txBody>
      </p:sp>
      <p:sp>
        <p:nvSpPr>
          <p:cNvPr id="5" name="Footer Placeholder 4">
            <a:extLst>
              <a:ext uri="{FF2B5EF4-FFF2-40B4-BE49-F238E27FC236}">
                <a16:creationId xmlns:a16="http://schemas.microsoft.com/office/drawing/2014/main" id="{E1855EEC-64A7-8557-00F2-34BAD55D7715}"/>
              </a:ext>
            </a:extLst>
          </p:cNvPr>
          <p:cNvSpPr>
            <a:spLocks noGrp="1"/>
          </p:cNvSpPr>
          <p:nvPr>
            <p:ph type="ftr" sz="quarter" idx="16"/>
          </p:nvPr>
        </p:nvSpPr>
        <p:spPr/>
        <p:txBody>
          <a:bodyPr/>
          <a:lstStyle>
            <a:lvl1pPr>
              <a:defRPr b="0"/>
            </a:lvl1pPr>
          </a:lstStyle>
          <a:p>
            <a:endParaRPr lang="en-US" b="0" dirty="0"/>
          </a:p>
        </p:txBody>
      </p:sp>
      <p:sp>
        <p:nvSpPr>
          <p:cNvPr id="3" name="Date Placeholder 2">
            <a:extLst>
              <a:ext uri="{FF2B5EF4-FFF2-40B4-BE49-F238E27FC236}">
                <a16:creationId xmlns:a16="http://schemas.microsoft.com/office/drawing/2014/main" id="{28B5ECB5-3EA6-02B7-F063-A5E730E7FD12}"/>
              </a:ext>
            </a:extLst>
          </p:cNvPr>
          <p:cNvSpPr>
            <a:spLocks noGrp="1"/>
          </p:cNvSpPr>
          <p:nvPr>
            <p:ph type="dt" sz="half" idx="15"/>
          </p:nvPr>
        </p:nvSpPr>
        <p:spPr>
          <a:xfrm>
            <a:off x="4572000" y="6309360"/>
            <a:ext cx="914400" cy="548640"/>
          </a:xfrm>
        </p:spPr>
        <p:txBody>
          <a:bodyPr lIns="91440" rIns="91440"/>
          <a:lstStyle>
            <a:lvl1pPr algn="r">
              <a:defRPr b="0"/>
            </a:lvl1pPr>
          </a:lstStyle>
          <a:p>
            <a:fld id="{3EB76EE7-2380-45A8-B8C0-428576EBCDCC}" type="datetime1">
              <a:rPr lang="en-US" smtClean="0"/>
              <a:t>3/5/2026</a:t>
            </a:fld>
            <a:endParaRPr lang="en-US" b="0" dirty="0"/>
          </a:p>
        </p:txBody>
      </p:sp>
      <p:sp>
        <p:nvSpPr>
          <p:cNvPr id="6" name="Slide Number Placeholder 5">
            <a:extLst>
              <a:ext uri="{FF2B5EF4-FFF2-40B4-BE49-F238E27FC236}">
                <a16:creationId xmlns:a16="http://schemas.microsoft.com/office/drawing/2014/main" id="{D14ADD5B-B467-5C77-6425-DA88FE2B1475}"/>
              </a:ext>
            </a:extLst>
          </p:cNvPr>
          <p:cNvSpPr>
            <a:spLocks noGrp="1"/>
          </p:cNvSpPr>
          <p:nvPr>
            <p:ph type="sldNum" sz="quarter" idx="17"/>
          </p:nvPr>
        </p:nvSpPr>
        <p:spPr/>
        <p:txBody>
          <a:bodyPr/>
          <a:lstStyle>
            <a:lvl1pPr>
              <a:defRPr b="0"/>
            </a:lvl1pPr>
          </a:lstStyle>
          <a:p>
            <a:fld id="{AEAA3239-9EA4-4A65-A281-97F994456D9F}" type="slidenum">
              <a:rPr lang="en-US" smtClean="0"/>
              <a:pPr/>
              <a:t>‹#›</a:t>
            </a:fld>
            <a:endParaRPr lang="en-US" b="0" dirty="0"/>
          </a:p>
        </p:txBody>
      </p:sp>
    </p:spTree>
    <p:extLst>
      <p:ext uri="{BB962C8B-B14F-4D97-AF65-F5344CB8AC3E}">
        <p14:creationId xmlns:p14="http://schemas.microsoft.com/office/powerpoint/2010/main" val="2172640290"/>
      </p:ext>
    </p:extLst>
  </p:cSld>
  <p:clrMapOvr>
    <a:overrideClrMapping bg1="lt1" tx1="dk1" bg2="lt2" tx2="dk2" accent1="accent1" accent2="accent2" accent3="accent3" accent4="accent4" accent5="accent5" accent6="accent6" hlink="hlink" folHlink="folHlink"/>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with Picture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85800" y="685800"/>
            <a:ext cx="10794053" cy="822960"/>
          </a:xfrm>
        </p:spPr>
        <p:txBody>
          <a:bodyPr anchor="b"/>
          <a:lstStyle>
            <a:lvl1pPr>
              <a:defRPr>
                <a:solidFill>
                  <a:schemeClr val="accent3"/>
                </a:solidFill>
              </a:defRPr>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85800" y="1929384"/>
            <a:ext cx="4637269" cy="42076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Picture Placeholder 5">
            <a:extLst>
              <a:ext uri="{FF2B5EF4-FFF2-40B4-BE49-F238E27FC236}">
                <a16:creationId xmlns:a16="http://schemas.microsoft.com/office/drawing/2014/main" id="{71A5194B-746E-D0FD-A7D1-71D10560BCCE}"/>
              </a:ext>
            </a:extLst>
          </p:cNvPr>
          <p:cNvSpPr>
            <a:spLocks noGrp="1"/>
          </p:cNvSpPr>
          <p:nvPr>
            <p:ph type="pic" sz="quarter" idx="13" hasCustomPrompt="1"/>
          </p:nvPr>
        </p:nvSpPr>
        <p:spPr>
          <a:xfrm>
            <a:off x="5737861" y="1929756"/>
            <a:ext cx="5741992" cy="4207696"/>
          </a:xfrm>
          <a:custGeom>
            <a:avLst/>
            <a:gdLst>
              <a:gd name="connsiteX0" fmla="*/ 0 w 5560101"/>
              <a:gd name="connsiteY0" fmla="*/ 0 h 4074407"/>
              <a:gd name="connsiteX1" fmla="*/ 5560101 w 5560101"/>
              <a:gd name="connsiteY1" fmla="*/ 0 h 4074407"/>
              <a:gd name="connsiteX2" fmla="*/ 5560101 w 5560101"/>
              <a:gd name="connsiteY2" fmla="*/ 4074407 h 4074407"/>
              <a:gd name="connsiteX3" fmla="*/ 0 w 5560101"/>
              <a:gd name="connsiteY3" fmla="*/ 4074407 h 4074407"/>
            </a:gdLst>
            <a:ahLst/>
            <a:cxnLst>
              <a:cxn ang="0">
                <a:pos x="connsiteX0" y="connsiteY0"/>
              </a:cxn>
              <a:cxn ang="0">
                <a:pos x="connsiteX1" y="connsiteY1"/>
              </a:cxn>
              <a:cxn ang="0">
                <a:pos x="connsiteX2" y="connsiteY2"/>
              </a:cxn>
              <a:cxn ang="0">
                <a:pos x="connsiteX3" y="connsiteY3"/>
              </a:cxn>
            </a:cxnLst>
            <a:rect l="l" t="t" r="r" b="b"/>
            <a:pathLst>
              <a:path w="5560101" h="4074407">
                <a:moveTo>
                  <a:pt x="0" y="0"/>
                </a:moveTo>
                <a:lnTo>
                  <a:pt x="5560101" y="0"/>
                </a:lnTo>
                <a:lnTo>
                  <a:pt x="5560101" y="4074407"/>
                </a:lnTo>
                <a:lnTo>
                  <a:pt x="0" y="4074407"/>
                </a:lnTo>
                <a:close/>
              </a:path>
            </a:pathLst>
          </a:custGeom>
          <a:blipFill dpi="0" rotWithShape="1">
            <a:blip r:embed="rId2">
              <a:alphaModFix amt="60000"/>
            </a:blip>
            <a:srcRect/>
            <a:stretch>
              <a:fillRect/>
            </a:stretch>
          </a:blipFill>
        </p:spPr>
        <p:txBody>
          <a:bodyPr vert="horz" wrap="square" lIns="91440" tIns="45720" rIns="91440" bIns="45720" rtlCol="0">
            <a:noAutofit/>
          </a:bodyPr>
          <a:lstStyle>
            <a:lvl1pPr>
              <a:buNone/>
              <a:defRPr lang="en-US" dirty="0"/>
            </a:lvl1pPr>
          </a:lstStyle>
          <a:p>
            <a:pPr marL="228600" lvl="0" indent="-228600"/>
            <a:r>
              <a:rPr lang="en-US" dirty="0"/>
              <a:t>   </a:t>
            </a:r>
          </a:p>
        </p:txBody>
      </p:sp>
      <p:sp>
        <p:nvSpPr>
          <p:cNvPr id="5" name="Footer Placeholder 4">
            <a:extLst>
              <a:ext uri="{FF2B5EF4-FFF2-40B4-BE49-F238E27FC236}">
                <a16:creationId xmlns:a16="http://schemas.microsoft.com/office/drawing/2014/main" id="{6A41B650-18FE-DC40-485C-2F6529635CD9}"/>
              </a:ext>
            </a:extLst>
          </p:cNvPr>
          <p:cNvSpPr>
            <a:spLocks noGrp="1"/>
          </p:cNvSpPr>
          <p:nvPr>
            <p:ph type="ftr" sz="quarter" idx="16"/>
          </p:nvPr>
        </p:nvSpPr>
        <p:spPr/>
        <p:txBody>
          <a:bodyPr/>
          <a:lstStyle>
            <a:lvl1pPr>
              <a:defRPr b="0"/>
            </a:lvl1pPr>
          </a:lstStyle>
          <a:p>
            <a:endParaRPr lang="en-US" b="0" dirty="0"/>
          </a:p>
        </p:txBody>
      </p:sp>
      <p:sp>
        <p:nvSpPr>
          <p:cNvPr id="3" name="Date Placeholder 2">
            <a:extLst>
              <a:ext uri="{FF2B5EF4-FFF2-40B4-BE49-F238E27FC236}">
                <a16:creationId xmlns:a16="http://schemas.microsoft.com/office/drawing/2014/main" id="{7B348545-42A7-9AA3-FDA3-0A5D1AE56FB9}"/>
              </a:ext>
            </a:extLst>
          </p:cNvPr>
          <p:cNvSpPr>
            <a:spLocks noGrp="1"/>
          </p:cNvSpPr>
          <p:nvPr>
            <p:ph type="dt" sz="half" idx="15"/>
          </p:nvPr>
        </p:nvSpPr>
        <p:spPr/>
        <p:txBody>
          <a:bodyPr/>
          <a:lstStyle>
            <a:lvl1pPr>
              <a:defRPr b="0"/>
            </a:lvl1pPr>
          </a:lstStyle>
          <a:p>
            <a:fld id="{E16A7A86-5B54-4D41-82BA-BA88ECE08AF3}" type="datetime1">
              <a:rPr lang="en-US" smtClean="0"/>
              <a:t>3/5/2026</a:t>
            </a:fld>
            <a:endParaRPr lang="en-US" b="0" dirty="0"/>
          </a:p>
        </p:txBody>
      </p:sp>
      <p:sp>
        <p:nvSpPr>
          <p:cNvPr id="7" name="Slide Number Placeholder 6">
            <a:extLst>
              <a:ext uri="{FF2B5EF4-FFF2-40B4-BE49-F238E27FC236}">
                <a16:creationId xmlns:a16="http://schemas.microsoft.com/office/drawing/2014/main" id="{FF60A5CF-2AD2-248B-9334-21FE69E9CDDE}"/>
              </a:ext>
            </a:extLst>
          </p:cNvPr>
          <p:cNvSpPr>
            <a:spLocks noGrp="1"/>
          </p:cNvSpPr>
          <p:nvPr>
            <p:ph type="sldNum" sz="quarter" idx="17"/>
          </p:nvPr>
        </p:nvSpPr>
        <p:spPr/>
        <p:txBody>
          <a:bodyPr/>
          <a:lstStyle>
            <a:lvl1pPr>
              <a:defRPr b="0"/>
            </a:lvl1pPr>
          </a:lstStyle>
          <a:p>
            <a:fld id="{AEAA3239-9EA4-4A65-A281-97F994456D9F}" type="slidenum">
              <a:rPr lang="en-US" smtClean="0"/>
              <a:pPr/>
              <a:t>‹#›</a:t>
            </a:fld>
            <a:endParaRPr lang="en-US" b="0" dirty="0"/>
          </a:p>
        </p:txBody>
      </p:sp>
    </p:spTree>
    <p:extLst>
      <p:ext uri="{BB962C8B-B14F-4D97-AF65-F5344CB8AC3E}">
        <p14:creationId xmlns:p14="http://schemas.microsoft.com/office/powerpoint/2010/main" val="143077317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with Picture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85800" y="685800"/>
            <a:ext cx="10789920" cy="822960"/>
          </a:xfrm>
        </p:spPr>
        <p:txBody>
          <a:bodyPr anchor="b"/>
          <a:lstStyle>
            <a:lvl1pPr>
              <a:defRPr>
                <a:solidFill>
                  <a:schemeClr val="accent3"/>
                </a:solidFill>
              </a:defRPr>
            </a:lvl1pPr>
          </a:lstStyle>
          <a:p>
            <a:r>
              <a:rPr lang="en-US" dirty="0"/>
              <a:t>Click to edit Master title style</a:t>
            </a:r>
          </a:p>
        </p:txBody>
      </p:sp>
      <p:sp>
        <p:nvSpPr>
          <p:cNvPr id="12" name="Picture Placeholder 11">
            <a:extLst>
              <a:ext uri="{FF2B5EF4-FFF2-40B4-BE49-F238E27FC236}">
                <a16:creationId xmlns:a16="http://schemas.microsoft.com/office/drawing/2014/main" id="{96F64025-FA05-CC42-8294-F944BC95DD00}"/>
              </a:ext>
            </a:extLst>
          </p:cNvPr>
          <p:cNvSpPr>
            <a:spLocks noGrp="1" noChangeAspect="1"/>
          </p:cNvSpPr>
          <p:nvPr>
            <p:ph type="pic" sz="quarter" idx="13" hasCustomPrompt="1"/>
          </p:nvPr>
        </p:nvSpPr>
        <p:spPr>
          <a:xfrm>
            <a:off x="2" y="1929384"/>
            <a:ext cx="6189429" cy="4928616"/>
          </a:xfrm>
          <a:custGeom>
            <a:avLst/>
            <a:gdLst>
              <a:gd name="connsiteX0" fmla="*/ 0 w 6460672"/>
              <a:gd name="connsiteY0" fmla="*/ 0 h 5029200"/>
              <a:gd name="connsiteX1" fmla="*/ 6460672 w 6460672"/>
              <a:gd name="connsiteY1" fmla="*/ 0 h 5029200"/>
              <a:gd name="connsiteX2" fmla="*/ 6460672 w 6460672"/>
              <a:gd name="connsiteY2" fmla="*/ 5029200 h 5029200"/>
              <a:gd name="connsiteX3" fmla="*/ 0 w 6460672"/>
              <a:gd name="connsiteY3" fmla="*/ 5029200 h 5029200"/>
            </a:gdLst>
            <a:ahLst/>
            <a:cxnLst>
              <a:cxn ang="0">
                <a:pos x="connsiteX0" y="connsiteY0"/>
              </a:cxn>
              <a:cxn ang="0">
                <a:pos x="connsiteX1" y="connsiteY1"/>
              </a:cxn>
              <a:cxn ang="0">
                <a:pos x="connsiteX2" y="connsiteY2"/>
              </a:cxn>
              <a:cxn ang="0">
                <a:pos x="connsiteX3" y="connsiteY3"/>
              </a:cxn>
            </a:cxnLst>
            <a:rect l="l" t="t" r="r" b="b"/>
            <a:pathLst>
              <a:path w="6460672" h="5029200">
                <a:moveTo>
                  <a:pt x="0" y="0"/>
                </a:moveTo>
                <a:lnTo>
                  <a:pt x="6460672" y="0"/>
                </a:lnTo>
                <a:lnTo>
                  <a:pt x="6460672" y="5029200"/>
                </a:lnTo>
                <a:lnTo>
                  <a:pt x="0" y="5029200"/>
                </a:lnTo>
                <a:close/>
              </a:path>
            </a:pathLst>
          </a:custGeom>
          <a:blipFill dpi="0" rotWithShape="1">
            <a:blip r:embed="rId2">
              <a:alphaModFix amt="60000"/>
            </a:blip>
            <a:srcRect/>
            <a:stretch>
              <a:fillRect/>
            </a:stretch>
          </a:blipFill>
        </p:spPr>
        <p:txBody>
          <a:bodyPr vert="horz" wrap="square" lIns="91440" tIns="45720" rIns="91440" bIns="45720" rtlCol="0">
            <a:noAutofit/>
          </a:bodyPr>
          <a:lstStyle>
            <a:lvl1pPr>
              <a:buNone/>
              <a:defRPr lang="en-US" dirty="0"/>
            </a:lvl1pPr>
          </a:lstStyle>
          <a:p>
            <a:pPr marL="228600" lvl="0" indent="-228600"/>
            <a:r>
              <a:rPr lang="en-US" dirty="0"/>
              <a:t>   </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675120" y="1929384"/>
            <a:ext cx="4800600" cy="403250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48F1B851-608B-7220-2C62-244DD0B1459F}"/>
              </a:ext>
            </a:extLst>
          </p:cNvPr>
          <p:cNvSpPr>
            <a:spLocks noGrp="1"/>
          </p:cNvSpPr>
          <p:nvPr>
            <p:ph type="ftr" sz="quarter" idx="16"/>
          </p:nvPr>
        </p:nvSpPr>
        <p:spPr>
          <a:xfrm>
            <a:off x="6675120" y="6309360"/>
            <a:ext cx="1444752" cy="548640"/>
          </a:xfrm>
        </p:spPr>
        <p:txBody>
          <a:bodyPr lIns="91440" rIns="91440"/>
          <a:lstStyle>
            <a:lvl1pPr algn="l">
              <a:defRPr b="0"/>
            </a:lvl1pPr>
          </a:lstStyle>
          <a:p>
            <a:endParaRPr lang="en-US" b="0" dirty="0"/>
          </a:p>
        </p:txBody>
      </p:sp>
      <p:sp>
        <p:nvSpPr>
          <p:cNvPr id="3" name="Date Placeholder 2">
            <a:extLst>
              <a:ext uri="{FF2B5EF4-FFF2-40B4-BE49-F238E27FC236}">
                <a16:creationId xmlns:a16="http://schemas.microsoft.com/office/drawing/2014/main" id="{4EE344B6-8ED4-0C8A-B0B8-E4C9D63791F1}"/>
              </a:ext>
            </a:extLst>
          </p:cNvPr>
          <p:cNvSpPr>
            <a:spLocks noGrp="1"/>
          </p:cNvSpPr>
          <p:nvPr>
            <p:ph type="dt" sz="half" idx="15"/>
          </p:nvPr>
        </p:nvSpPr>
        <p:spPr/>
        <p:txBody>
          <a:bodyPr/>
          <a:lstStyle>
            <a:lvl1pPr>
              <a:defRPr b="0"/>
            </a:lvl1pPr>
          </a:lstStyle>
          <a:p>
            <a:fld id="{72462FC5-90E4-4DDE-883F-FF979CED633F}" type="datetime1">
              <a:rPr lang="en-US" smtClean="0"/>
              <a:t>3/5/2026</a:t>
            </a:fld>
            <a:endParaRPr lang="en-US" b="0" dirty="0"/>
          </a:p>
        </p:txBody>
      </p:sp>
      <p:sp>
        <p:nvSpPr>
          <p:cNvPr id="6" name="Slide Number Placeholder 5">
            <a:extLst>
              <a:ext uri="{FF2B5EF4-FFF2-40B4-BE49-F238E27FC236}">
                <a16:creationId xmlns:a16="http://schemas.microsoft.com/office/drawing/2014/main" id="{AE56488B-0EEA-1A94-5A62-0F33581B0BA6}"/>
              </a:ext>
            </a:extLst>
          </p:cNvPr>
          <p:cNvSpPr>
            <a:spLocks noGrp="1"/>
          </p:cNvSpPr>
          <p:nvPr>
            <p:ph type="sldNum" sz="quarter" idx="17"/>
          </p:nvPr>
        </p:nvSpPr>
        <p:spPr/>
        <p:txBody>
          <a:bodyPr/>
          <a:lstStyle>
            <a:lvl1pPr>
              <a:defRPr b="0"/>
            </a:lvl1pPr>
          </a:lstStyle>
          <a:p>
            <a:fld id="{AEAA3239-9EA4-4A65-A281-97F994456D9F}" type="slidenum">
              <a:rPr lang="en-US" smtClean="0"/>
              <a:pPr/>
              <a:t>‹#›</a:t>
            </a:fld>
            <a:endParaRPr lang="en-US" b="0" dirty="0"/>
          </a:p>
        </p:txBody>
      </p:sp>
    </p:spTree>
    <p:extLst>
      <p:ext uri="{BB962C8B-B14F-4D97-AF65-F5344CB8AC3E}">
        <p14:creationId xmlns:p14="http://schemas.microsoft.com/office/powerpoint/2010/main" val="405248755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with Picture 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636008" y="685800"/>
            <a:ext cx="6858000" cy="914400"/>
          </a:xfrm>
        </p:spPr>
        <p:txBody>
          <a:bodyPr anchor="b"/>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1"/>
            <a:ext cx="4023360"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636008" y="1737360"/>
            <a:ext cx="6858000" cy="448056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Footer Placeholder 12">
            <a:extLst>
              <a:ext uri="{FF2B5EF4-FFF2-40B4-BE49-F238E27FC236}">
                <a16:creationId xmlns:a16="http://schemas.microsoft.com/office/drawing/2014/main" id="{1896DE65-117D-2465-6BE7-21C9A149D165}"/>
              </a:ext>
            </a:extLst>
          </p:cNvPr>
          <p:cNvSpPr>
            <a:spLocks noGrp="1"/>
          </p:cNvSpPr>
          <p:nvPr>
            <p:ph type="ftr" sz="quarter" idx="16"/>
          </p:nvPr>
        </p:nvSpPr>
        <p:spPr>
          <a:xfrm>
            <a:off x="4636008" y="6309360"/>
            <a:ext cx="1444752" cy="548640"/>
          </a:xfrm>
        </p:spPr>
        <p:txBody>
          <a:bodyPr lIns="91440" rIns="91440"/>
          <a:lstStyle>
            <a:lvl1pPr algn="l">
              <a:defRPr b="0"/>
            </a:lvl1pPr>
          </a:lstStyle>
          <a:p>
            <a:endParaRPr lang="en-US" b="0" dirty="0"/>
          </a:p>
        </p:txBody>
      </p:sp>
      <p:sp>
        <p:nvSpPr>
          <p:cNvPr id="12" name="Date Placeholder 11">
            <a:extLst>
              <a:ext uri="{FF2B5EF4-FFF2-40B4-BE49-F238E27FC236}">
                <a16:creationId xmlns:a16="http://schemas.microsoft.com/office/drawing/2014/main" id="{BEAF1A48-6BB3-ACD3-DB15-8F9DA66C555D}"/>
              </a:ext>
            </a:extLst>
          </p:cNvPr>
          <p:cNvSpPr>
            <a:spLocks noGrp="1"/>
          </p:cNvSpPr>
          <p:nvPr>
            <p:ph type="dt" sz="half" idx="15"/>
          </p:nvPr>
        </p:nvSpPr>
        <p:spPr/>
        <p:txBody>
          <a:bodyPr/>
          <a:lstStyle>
            <a:lvl1pPr>
              <a:defRPr b="0"/>
            </a:lvl1pPr>
          </a:lstStyle>
          <a:p>
            <a:fld id="{262EF1AD-4170-453C-B59E-FD92AD0FDED9}" type="datetime1">
              <a:rPr lang="en-US" smtClean="0"/>
              <a:t>3/5/2026</a:t>
            </a:fld>
            <a:endParaRPr lang="en-US" b="0" dirty="0"/>
          </a:p>
        </p:txBody>
      </p:sp>
      <p:sp>
        <p:nvSpPr>
          <p:cNvPr id="14" name="Slide Number Placeholder 13">
            <a:extLst>
              <a:ext uri="{FF2B5EF4-FFF2-40B4-BE49-F238E27FC236}">
                <a16:creationId xmlns:a16="http://schemas.microsoft.com/office/drawing/2014/main" id="{B415E3A1-7470-0D90-97BB-7526A64B4DEC}"/>
              </a:ext>
            </a:extLst>
          </p:cNvPr>
          <p:cNvSpPr>
            <a:spLocks noGrp="1"/>
          </p:cNvSpPr>
          <p:nvPr>
            <p:ph type="sldNum" sz="quarter" idx="17"/>
          </p:nvPr>
        </p:nvSpPr>
        <p:spPr/>
        <p:txBody>
          <a:bodyPr/>
          <a:lstStyle>
            <a:lvl1pPr>
              <a:defRPr b="0"/>
            </a:lvl1pPr>
          </a:lstStyle>
          <a:p>
            <a:fld id="{AEAA3239-9EA4-4A65-A281-97F994456D9F}" type="slidenum">
              <a:rPr lang="en-US" smtClean="0"/>
              <a:pPr/>
              <a:t>‹#›</a:t>
            </a:fld>
            <a:endParaRPr lang="en-US" b="0" dirty="0"/>
          </a:p>
        </p:txBody>
      </p:sp>
    </p:spTree>
    <p:extLst>
      <p:ext uri="{BB962C8B-B14F-4D97-AF65-F5344CB8AC3E}">
        <p14:creationId xmlns:p14="http://schemas.microsoft.com/office/powerpoint/2010/main" val="257895814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ntent with Picture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85800" y="685800"/>
            <a:ext cx="6812280" cy="914400"/>
          </a:xfrm>
        </p:spPr>
        <p:txBody>
          <a:bodyPr anchor="b"/>
          <a:lstStyle/>
          <a:p>
            <a:r>
              <a:rPr lang="en-US" dirty="0"/>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85800" y="1737360"/>
            <a:ext cx="6812280" cy="448056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8091732" y="0"/>
            <a:ext cx="4100267"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13" name="Footer Placeholder 12">
            <a:extLst>
              <a:ext uri="{FF2B5EF4-FFF2-40B4-BE49-F238E27FC236}">
                <a16:creationId xmlns:a16="http://schemas.microsoft.com/office/drawing/2014/main" id="{2ECEE378-E274-E926-096B-A8B854278FA6}"/>
              </a:ext>
            </a:extLst>
          </p:cNvPr>
          <p:cNvSpPr>
            <a:spLocks noGrp="1"/>
          </p:cNvSpPr>
          <p:nvPr>
            <p:ph type="ftr" sz="quarter" idx="16"/>
          </p:nvPr>
        </p:nvSpPr>
        <p:spPr/>
        <p:txBody>
          <a:bodyPr/>
          <a:lstStyle>
            <a:lvl1pPr>
              <a:defRPr b="0"/>
            </a:lvl1pPr>
          </a:lstStyle>
          <a:p>
            <a:endParaRPr lang="en-US" b="0" dirty="0"/>
          </a:p>
        </p:txBody>
      </p:sp>
      <p:sp>
        <p:nvSpPr>
          <p:cNvPr id="12" name="Date Placeholder 11">
            <a:extLst>
              <a:ext uri="{FF2B5EF4-FFF2-40B4-BE49-F238E27FC236}">
                <a16:creationId xmlns:a16="http://schemas.microsoft.com/office/drawing/2014/main" id="{B1243D9C-0834-615A-B649-E632756F21F8}"/>
              </a:ext>
            </a:extLst>
          </p:cNvPr>
          <p:cNvSpPr>
            <a:spLocks noGrp="1"/>
          </p:cNvSpPr>
          <p:nvPr>
            <p:ph type="dt" sz="half" idx="15"/>
          </p:nvPr>
        </p:nvSpPr>
        <p:spPr>
          <a:xfrm>
            <a:off x="6583680" y="6309360"/>
            <a:ext cx="914400" cy="548640"/>
          </a:xfrm>
        </p:spPr>
        <p:txBody>
          <a:bodyPr lIns="91440" rIns="91440"/>
          <a:lstStyle>
            <a:lvl1pPr algn="r">
              <a:defRPr b="0"/>
            </a:lvl1pPr>
          </a:lstStyle>
          <a:p>
            <a:fld id="{44B74F20-C0BB-4D94-B309-38BDB995C3C2}" type="datetime1">
              <a:rPr lang="en-US" smtClean="0"/>
              <a:t>3/5/2026</a:t>
            </a:fld>
            <a:endParaRPr lang="en-US" b="0" dirty="0"/>
          </a:p>
        </p:txBody>
      </p:sp>
      <p:sp>
        <p:nvSpPr>
          <p:cNvPr id="14" name="Slide Number Placeholder 13">
            <a:extLst>
              <a:ext uri="{FF2B5EF4-FFF2-40B4-BE49-F238E27FC236}">
                <a16:creationId xmlns:a16="http://schemas.microsoft.com/office/drawing/2014/main" id="{0AD180D2-D0B3-DC9C-4936-A37A5DA4A176}"/>
              </a:ext>
            </a:extLst>
          </p:cNvPr>
          <p:cNvSpPr>
            <a:spLocks noGrp="1"/>
          </p:cNvSpPr>
          <p:nvPr>
            <p:ph type="sldNum" sz="quarter" idx="17"/>
          </p:nvPr>
        </p:nvSpPr>
        <p:spPr/>
        <p:txBody>
          <a:bodyPr/>
          <a:lstStyle>
            <a:lvl1pPr>
              <a:defRPr b="0"/>
            </a:lvl1pPr>
          </a:lstStyle>
          <a:p>
            <a:fld id="{AEAA3239-9EA4-4A65-A281-97F994456D9F}" type="slidenum">
              <a:rPr lang="en-US" smtClean="0"/>
              <a:pPr/>
              <a:t>‹#›</a:t>
            </a:fld>
            <a:endParaRPr lang="en-US" b="0" dirty="0"/>
          </a:p>
        </p:txBody>
      </p:sp>
    </p:spTree>
    <p:extLst>
      <p:ext uri="{BB962C8B-B14F-4D97-AF65-F5344CB8AC3E}">
        <p14:creationId xmlns:p14="http://schemas.microsoft.com/office/powerpoint/2010/main" val="233304571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t with Picture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85800" y="685800"/>
            <a:ext cx="4599431" cy="1269482"/>
          </a:xfrm>
        </p:spPr>
        <p:txBody>
          <a:bodyPr anchor="t">
            <a:normAutofit/>
          </a:bodyPr>
          <a:lstStyle>
            <a:lvl1pPr>
              <a:defRPr sz="2800"/>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20468" y="2173850"/>
            <a:ext cx="4564763" cy="3963682"/>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905563" y="732155"/>
            <a:ext cx="5577840" cy="540537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AB2D4D09-E82C-B2F9-ABEA-3B875C8BF2F9}"/>
              </a:ext>
            </a:extLst>
          </p:cNvPr>
          <p:cNvSpPr>
            <a:spLocks noGrp="1"/>
          </p:cNvSpPr>
          <p:nvPr>
            <p:ph type="ftr" sz="quarter" idx="16"/>
          </p:nvPr>
        </p:nvSpPr>
        <p:spPr/>
        <p:txBody>
          <a:bodyPr/>
          <a:lstStyle>
            <a:lvl1pPr>
              <a:defRPr b="0"/>
            </a:lvl1pPr>
          </a:lstStyle>
          <a:p>
            <a:endParaRPr lang="en-US" b="0" dirty="0"/>
          </a:p>
        </p:txBody>
      </p:sp>
      <p:sp>
        <p:nvSpPr>
          <p:cNvPr id="3" name="Date Placeholder 2">
            <a:extLst>
              <a:ext uri="{FF2B5EF4-FFF2-40B4-BE49-F238E27FC236}">
                <a16:creationId xmlns:a16="http://schemas.microsoft.com/office/drawing/2014/main" id="{83C02B8D-0ADF-A11C-5121-599A31B18989}"/>
              </a:ext>
            </a:extLst>
          </p:cNvPr>
          <p:cNvSpPr>
            <a:spLocks noGrp="1"/>
          </p:cNvSpPr>
          <p:nvPr>
            <p:ph type="dt" sz="half" idx="15"/>
          </p:nvPr>
        </p:nvSpPr>
        <p:spPr/>
        <p:txBody>
          <a:bodyPr/>
          <a:lstStyle>
            <a:lvl1pPr>
              <a:defRPr b="0"/>
            </a:lvl1pPr>
          </a:lstStyle>
          <a:p>
            <a:fld id="{7D3A4631-D991-4A9E-B46A-5EF9ABB1988C}" type="datetime1">
              <a:rPr lang="en-US" smtClean="0"/>
              <a:t>3/5/2026</a:t>
            </a:fld>
            <a:endParaRPr lang="en-US" b="0" dirty="0"/>
          </a:p>
        </p:txBody>
      </p:sp>
      <p:sp>
        <p:nvSpPr>
          <p:cNvPr id="9" name="Slide Number Placeholder 8">
            <a:extLst>
              <a:ext uri="{FF2B5EF4-FFF2-40B4-BE49-F238E27FC236}">
                <a16:creationId xmlns:a16="http://schemas.microsoft.com/office/drawing/2014/main" id="{61E2F665-EA6F-42DF-E0C8-3A454ADCE2FF}"/>
              </a:ext>
            </a:extLst>
          </p:cNvPr>
          <p:cNvSpPr>
            <a:spLocks noGrp="1"/>
          </p:cNvSpPr>
          <p:nvPr>
            <p:ph type="sldNum" sz="quarter" idx="17"/>
          </p:nvPr>
        </p:nvSpPr>
        <p:spPr/>
        <p:txBody>
          <a:bodyPr/>
          <a:lstStyle>
            <a:lvl1pPr>
              <a:defRPr b="0"/>
            </a:lvl1pPr>
          </a:lstStyle>
          <a:p>
            <a:fld id="{AEAA3239-9EA4-4A65-A281-97F994456D9F}" type="slidenum">
              <a:rPr lang="en-US" smtClean="0"/>
              <a:pPr/>
              <a:t>‹#›</a:t>
            </a:fld>
            <a:endParaRPr lang="en-US" b="0" dirty="0"/>
          </a:p>
        </p:txBody>
      </p:sp>
    </p:spTree>
    <p:extLst>
      <p:ext uri="{BB962C8B-B14F-4D97-AF65-F5344CB8AC3E}">
        <p14:creationId xmlns:p14="http://schemas.microsoft.com/office/powerpoint/2010/main" val="12146381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Content with Picture 1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85800" y="685800"/>
            <a:ext cx="3696859" cy="1316347"/>
          </a:xfrm>
        </p:spPr>
        <p:txBody>
          <a:bodyPr anchor="t">
            <a:normAutofit/>
          </a:bodyPr>
          <a:lstStyle>
            <a:lvl1pPr>
              <a:defRPr sz="2800"/>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31521" y="2295145"/>
            <a:ext cx="3540760" cy="3853758"/>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928616" y="685800"/>
            <a:ext cx="6583680" cy="5486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Footer Placeholder 11">
            <a:extLst>
              <a:ext uri="{FF2B5EF4-FFF2-40B4-BE49-F238E27FC236}">
                <a16:creationId xmlns:a16="http://schemas.microsoft.com/office/drawing/2014/main" id="{C34F1205-3AF5-4F37-74F5-48272216412E}"/>
              </a:ext>
            </a:extLst>
          </p:cNvPr>
          <p:cNvSpPr>
            <a:spLocks noGrp="1"/>
          </p:cNvSpPr>
          <p:nvPr>
            <p:ph type="ftr" sz="quarter" idx="16"/>
          </p:nvPr>
        </p:nvSpPr>
        <p:spPr/>
        <p:txBody>
          <a:bodyPr/>
          <a:lstStyle/>
          <a:p>
            <a:endParaRPr lang="en-US" sz="900" dirty="0"/>
          </a:p>
        </p:txBody>
      </p:sp>
      <p:sp>
        <p:nvSpPr>
          <p:cNvPr id="10" name="Date Placeholder 9">
            <a:extLst>
              <a:ext uri="{FF2B5EF4-FFF2-40B4-BE49-F238E27FC236}">
                <a16:creationId xmlns:a16="http://schemas.microsoft.com/office/drawing/2014/main" id="{7ED8BD35-A31C-E5F7-034A-D16A1ED517CB}"/>
              </a:ext>
            </a:extLst>
          </p:cNvPr>
          <p:cNvSpPr>
            <a:spLocks noGrp="1"/>
          </p:cNvSpPr>
          <p:nvPr>
            <p:ph type="dt" sz="half" idx="15"/>
          </p:nvPr>
        </p:nvSpPr>
        <p:spPr/>
        <p:txBody>
          <a:bodyPr/>
          <a:lstStyle/>
          <a:p>
            <a:fld id="{E79B0CB9-6F49-43E8-A6A7-0A4878A4BB79}" type="datetime1">
              <a:rPr lang="en-US" smtClean="0"/>
              <a:t>3/5/2026</a:t>
            </a:fld>
            <a:endParaRPr lang="en-US" sz="900" dirty="0"/>
          </a:p>
        </p:txBody>
      </p:sp>
      <p:sp>
        <p:nvSpPr>
          <p:cNvPr id="13" name="Slide Number Placeholder 12">
            <a:extLst>
              <a:ext uri="{FF2B5EF4-FFF2-40B4-BE49-F238E27FC236}">
                <a16:creationId xmlns:a16="http://schemas.microsoft.com/office/drawing/2014/main" id="{0B842F13-DBA9-56D9-62B0-1F24805D0AE3}"/>
              </a:ext>
            </a:extLst>
          </p:cNvPr>
          <p:cNvSpPr>
            <a:spLocks noGrp="1"/>
          </p:cNvSpPr>
          <p:nvPr>
            <p:ph type="sldNum" sz="quarter" idx="17"/>
          </p:nvPr>
        </p:nvSpPr>
        <p:spPr/>
        <p:txBody>
          <a:bodyPr/>
          <a:lstStyle/>
          <a:p>
            <a:fld id="{AEAA3239-9EA4-4A65-A281-97F994456D9F}" type="slidenum">
              <a:rPr lang="en-US" smtClean="0"/>
              <a:pPr/>
              <a:t>‹#›</a:t>
            </a:fld>
            <a:endParaRPr lang="en-US" sz="900" dirty="0"/>
          </a:p>
        </p:txBody>
      </p:sp>
    </p:spTree>
    <p:extLst>
      <p:ext uri="{BB962C8B-B14F-4D97-AF65-F5344CB8AC3E}">
        <p14:creationId xmlns:p14="http://schemas.microsoft.com/office/powerpoint/2010/main" val="330318701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Content with Picture 1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85800" y="685800"/>
            <a:ext cx="5120640" cy="5486400"/>
          </a:xfrm>
        </p:spPr>
        <p:txBody>
          <a:bodyPr anchor="ctr" anchorCtr="0">
            <a:normAutofit/>
          </a:bodyPr>
          <a:lstStyle>
            <a:lvl1pPr>
              <a:defRPr sz="4000"/>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189785" y="0"/>
            <a:ext cx="2340864" cy="2340864"/>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6885432" y="3913632"/>
            <a:ext cx="4620768" cy="2011680"/>
          </a:xfrm>
        </p:spPr>
        <p:txBody>
          <a:bodyPr>
            <a:norm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3" name="Straight Connector 2">
            <a:extLst>
              <a:ext uri="{FF2B5EF4-FFF2-40B4-BE49-F238E27FC236}">
                <a16:creationId xmlns:a16="http://schemas.microsoft.com/office/drawing/2014/main" id="{8DCB4B8C-D716-BC75-87A3-6CAD8894832C}"/>
              </a:ext>
            </a:extLst>
          </p:cNvPr>
          <p:cNvCxnSpPr>
            <a:cxnSpLocks/>
          </p:cNvCxnSpPr>
          <p:nvPr userDrawn="1"/>
        </p:nvCxnSpPr>
        <p:spPr>
          <a:xfrm>
            <a:off x="6189785" y="3297117"/>
            <a:ext cx="6002215" cy="0"/>
          </a:xfrm>
          <a:prstGeom prst="line">
            <a:avLst/>
          </a:prstGeom>
          <a:ln w="53975">
            <a:solidFill>
              <a:srgbClr val="0F5337"/>
            </a:solidFill>
          </a:ln>
        </p:spPr>
        <p:style>
          <a:lnRef idx="2">
            <a:schemeClr val="accent1"/>
          </a:lnRef>
          <a:fillRef idx="0">
            <a:schemeClr val="accent1"/>
          </a:fillRef>
          <a:effectRef idx="1">
            <a:schemeClr val="accent1"/>
          </a:effectRef>
          <a:fontRef idx="minor">
            <a:schemeClr val="tx1"/>
          </a:fontRef>
        </p:style>
      </p:cxnSp>
      <p:sp>
        <p:nvSpPr>
          <p:cNvPr id="13" name="Footer Placeholder 12">
            <a:extLst>
              <a:ext uri="{FF2B5EF4-FFF2-40B4-BE49-F238E27FC236}">
                <a16:creationId xmlns:a16="http://schemas.microsoft.com/office/drawing/2014/main" id="{A761FCD4-EA5E-1C01-65C1-6164497A8E24}"/>
              </a:ext>
            </a:extLst>
          </p:cNvPr>
          <p:cNvSpPr>
            <a:spLocks noGrp="1"/>
          </p:cNvSpPr>
          <p:nvPr>
            <p:ph type="ftr" sz="quarter" idx="16"/>
          </p:nvPr>
        </p:nvSpPr>
        <p:spPr/>
        <p:txBody>
          <a:bodyPr/>
          <a:lstStyle/>
          <a:p>
            <a:endParaRPr lang="en-US" sz="900" dirty="0"/>
          </a:p>
        </p:txBody>
      </p:sp>
      <p:sp>
        <p:nvSpPr>
          <p:cNvPr id="12" name="Date Placeholder 11">
            <a:extLst>
              <a:ext uri="{FF2B5EF4-FFF2-40B4-BE49-F238E27FC236}">
                <a16:creationId xmlns:a16="http://schemas.microsoft.com/office/drawing/2014/main" id="{264E1D59-D2A3-284E-8E5E-EB453269E03F}"/>
              </a:ext>
            </a:extLst>
          </p:cNvPr>
          <p:cNvSpPr>
            <a:spLocks noGrp="1"/>
          </p:cNvSpPr>
          <p:nvPr>
            <p:ph type="dt" sz="half" idx="15"/>
          </p:nvPr>
        </p:nvSpPr>
        <p:spPr/>
        <p:txBody>
          <a:bodyPr/>
          <a:lstStyle/>
          <a:p>
            <a:fld id="{08B8947E-AADD-4C65-AABF-6CEA28A0E349}" type="datetime1">
              <a:rPr lang="en-US" smtClean="0"/>
              <a:t>3/5/2026</a:t>
            </a:fld>
            <a:endParaRPr lang="en-US" sz="900" dirty="0"/>
          </a:p>
        </p:txBody>
      </p:sp>
      <p:sp>
        <p:nvSpPr>
          <p:cNvPr id="14" name="Slide Number Placeholder 13">
            <a:extLst>
              <a:ext uri="{FF2B5EF4-FFF2-40B4-BE49-F238E27FC236}">
                <a16:creationId xmlns:a16="http://schemas.microsoft.com/office/drawing/2014/main" id="{CAAD00E0-B824-14C5-DE42-74FEFE348DDB}"/>
              </a:ext>
            </a:extLst>
          </p:cNvPr>
          <p:cNvSpPr>
            <a:spLocks noGrp="1"/>
          </p:cNvSpPr>
          <p:nvPr>
            <p:ph type="sldNum" sz="quarter" idx="17"/>
          </p:nvPr>
        </p:nvSpPr>
        <p:spPr/>
        <p:txBody>
          <a:bodyPr/>
          <a:lstStyle/>
          <a:p>
            <a:fld id="{AEAA3239-9EA4-4A65-A281-97F994456D9F}" type="slidenum">
              <a:rPr lang="en-US" smtClean="0"/>
              <a:pPr/>
              <a:t>‹#›</a:t>
            </a:fld>
            <a:endParaRPr lang="en-US" sz="900" dirty="0"/>
          </a:p>
        </p:txBody>
      </p:sp>
    </p:spTree>
    <p:extLst>
      <p:ext uri="{BB962C8B-B14F-4D97-AF65-F5344CB8AC3E}">
        <p14:creationId xmlns:p14="http://schemas.microsoft.com/office/powerpoint/2010/main" val="120191026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Content with Picture 2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419600" y="685800"/>
            <a:ext cx="7086600" cy="1994799"/>
          </a:xfrm>
        </p:spPr>
        <p:txBody>
          <a:bodyPr anchor="b" anchorCtr="0">
            <a:normAutofit/>
          </a:bodyPr>
          <a:lstStyle>
            <a:lvl1pPr>
              <a:defRPr sz="4000"/>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85800" y="1849317"/>
            <a:ext cx="2895600" cy="2895600"/>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419600" y="3913632"/>
            <a:ext cx="3657600" cy="2286000"/>
          </a:xfrm>
        </p:spPr>
        <p:txBody>
          <a:bodyPr>
            <a:normAutofit/>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3" name="Straight Connector 2">
            <a:extLst>
              <a:ext uri="{FF2B5EF4-FFF2-40B4-BE49-F238E27FC236}">
                <a16:creationId xmlns:a16="http://schemas.microsoft.com/office/drawing/2014/main" id="{8DCB4B8C-D716-BC75-87A3-6CAD8894832C}"/>
              </a:ext>
            </a:extLst>
          </p:cNvPr>
          <p:cNvCxnSpPr>
            <a:cxnSpLocks/>
          </p:cNvCxnSpPr>
          <p:nvPr userDrawn="1"/>
        </p:nvCxnSpPr>
        <p:spPr>
          <a:xfrm>
            <a:off x="4419600" y="3297117"/>
            <a:ext cx="7772400" cy="0"/>
          </a:xfrm>
          <a:prstGeom prst="line">
            <a:avLst/>
          </a:prstGeom>
          <a:ln w="53975">
            <a:solidFill>
              <a:srgbClr val="0F5337"/>
            </a:solidFill>
          </a:ln>
        </p:spPr>
        <p:style>
          <a:lnRef idx="2">
            <a:schemeClr val="accent1"/>
          </a:lnRef>
          <a:fillRef idx="0">
            <a:schemeClr val="accent1"/>
          </a:fillRef>
          <a:effectRef idx="1">
            <a:schemeClr val="accent1"/>
          </a:effectRef>
          <a:fontRef idx="minor">
            <a:schemeClr val="tx1"/>
          </a:fontRef>
        </p:style>
      </p:cxnSp>
      <p:sp>
        <p:nvSpPr>
          <p:cNvPr id="13" name="Footer Placeholder 12">
            <a:extLst>
              <a:ext uri="{FF2B5EF4-FFF2-40B4-BE49-F238E27FC236}">
                <a16:creationId xmlns:a16="http://schemas.microsoft.com/office/drawing/2014/main" id="{A761FCD4-EA5E-1C01-65C1-6164497A8E24}"/>
              </a:ext>
            </a:extLst>
          </p:cNvPr>
          <p:cNvSpPr>
            <a:spLocks noGrp="1"/>
          </p:cNvSpPr>
          <p:nvPr>
            <p:ph type="ftr" sz="quarter" idx="16"/>
          </p:nvPr>
        </p:nvSpPr>
        <p:spPr/>
        <p:txBody>
          <a:bodyPr/>
          <a:lstStyle/>
          <a:p>
            <a:endParaRPr lang="en-US" sz="900" dirty="0"/>
          </a:p>
        </p:txBody>
      </p:sp>
      <p:sp>
        <p:nvSpPr>
          <p:cNvPr id="12" name="Date Placeholder 11">
            <a:extLst>
              <a:ext uri="{FF2B5EF4-FFF2-40B4-BE49-F238E27FC236}">
                <a16:creationId xmlns:a16="http://schemas.microsoft.com/office/drawing/2014/main" id="{264E1D59-D2A3-284E-8E5E-EB453269E03F}"/>
              </a:ext>
            </a:extLst>
          </p:cNvPr>
          <p:cNvSpPr>
            <a:spLocks noGrp="1"/>
          </p:cNvSpPr>
          <p:nvPr>
            <p:ph type="dt" sz="half" idx="15"/>
          </p:nvPr>
        </p:nvSpPr>
        <p:spPr/>
        <p:txBody>
          <a:bodyPr/>
          <a:lstStyle/>
          <a:p>
            <a:fld id="{4A44E70E-64FD-4C01-96B7-4D0575065761}" type="datetime1">
              <a:rPr lang="en-US" smtClean="0"/>
              <a:t>3/5/2026</a:t>
            </a:fld>
            <a:endParaRPr lang="en-US" sz="900" dirty="0"/>
          </a:p>
        </p:txBody>
      </p:sp>
      <p:sp>
        <p:nvSpPr>
          <p:cNvPr id="14" name="Slide Number Placeholder 13">
            <a:extLst>
              <a:ext uri="{FF2B5EF4-FFF2-40B4-BE49-F238E27FC236}">
                <a16:creationId xmlns:a16="http://schemas.microsoft.com/office/drawing/2014/main" id="{CAAD00E0-B824-14C5-DE42-74FEFE348DDB}"/>
              </a:ext>
            </a:extLst>
          </p:cNvPr>
          <p:cNvSpPr>
            <a:spLocks noGrp="1"/>
          </p:cNvSpPr>
          <p:nvPr>
            <p:ph type="sldNum" sz="quarter" idx="17"/>
          </p:nvPr>
        </p:nvSpPr>
        <p:spPr/>
        <p:txBody>
          <a:bodyPr/>
          <a:lstStyle/>
          <a:p>
            <a:fld id="{AEAA3239-9EA4-4A65-A281-97F994456D9F}" type="slidenum">
              <a:rPr lang="en-US" smtClean="0"/>
              <a:pPr/>
              <a:t>‹#›</a:t>
            </a:fld>
            <a:endParaRPr lang="en-US" sz="900" dirty="0"/>
          </a:p>
        </p:txBody>
      </p:sp>
    </p:spTree>
    <p:extLst>
      <p:ext uri="{BB962C8B-B14F-4D97-AF65-F5344CB8AC3E}">
        <p14:creationId xmlns:p14="http://schemas.microsoft.com/office/powerpoint/2010/main" val="296661511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Content with Picture 2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85800" y="685800"/>
            <a:ext cx="9204960" cy="1994799"/>
          </a:xfrm>
        </p:spPr>
        <p:txBody>
          <a:bodyPr anchor="b" anchorCtr="0">
            <a:normAutofit/>
          </a:bodyPr>
          <a:lstStyle>
            <a:lvl1pPr>
              <a:defRPr sz="6000">
                <a:solidFill>
                  <a:schemeClr val="accent1"/>
                </a:solidFill>
              </a:defRPr>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685800" y="2971800"/>
            <a:ext cx="4297680" cy="2286000"/>
          </a:xfrm>
        </p:spPr>
        <p:txBody>
          <a:bodyPr>
            <a:normAutofit/>
          </a:bodyPr>
          <a:lstStyle>
            <a:lvl1pPr>
              <a:defRPr sz="1400">
                <a:solidFill>
                  <a:schemeClr val="accent3"/>
                </a:solidFill>
              </a:defRPr>
            </a:lvl1pPr>
            <a:lvl2pPr>
              <a:defRPr sz="1400">
                <a:solidFill>
                  <a:schemeClr val="accent3"/>
                </a:solidFill>
              </a:defRPr>
            </a:lvl2pPr>
            <a:lvl3pPr>
              <a:defRPr sz="1400">
                <a:solidFill>
                  <a:schemeClr val="accent3"/>
                </a:solidFill>
              </a:defRPr>
            </a:lvl3pPr>
            <a:lvl4pPr>
              <a:defRPr sz="1400">
                <a:solidFill>
                  <a:schemeClr val="accent3"/>
                </a:solidFill>
              </a:defRPr>
            </a:lvl4pPr>
            <a:lvl5pPr>
              <a:defRPr sz="1400">
                <a:solidFill>
                  <a:schemeClr val="accent3"/>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867400" y="3947050"/>
            <a:ext cx="4023360" cy="2895600"/>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13" name="Footer Placeholder 12">
            <a:extLst>
              <a:ext uri="{FF2B5EF4-FFF2-40B4-BE49-F238E27FC236}">
                <a16:creationId xmlns:a16="http://schemas.microsoft.com/office/drawing/2014/main" id="{A761FCD4-EA5E-1C01-65C1-6164497A8E24}"/>
              </a:ext>
            </a:extLst>
          </p:cNvPr>
          <p:cNvSpPr>
            <a:spLocks noGrp="1"/>
          </p:cNvSpPr>
          <p:nvPr>
            <p:ph type="ftr" sz="quarter" idx="16"/>
          </p:nvPr>
        </p:nvSpPr>
        <p:spPr/>
        <p:txBody>
          <a:bodyPr/>
          <a:lstStyle/>
          <a:p>
            <a:endParaRPr lang="en-US" sz="900" dirty="0"/>
          </a:p>
        </p:txBody>
      </p:sp>
      <p:sp>
        <p:nvSpPr>
          <p:cNvPr id="12" name="Date Placeholder 11">
            <a:extLst>
              <a:ext uri="{FF2B5EF4-FFF2-40B4-BE49-F238E27FC236}">
                <a16:creationId xmlns:a16="http://schemas.microsoft.com/office/drawing/2014/main" id="{264E1D59-D2A3-284E-8E5E-EB453269E03F}"/>
              </a:ext>
            </a:extLst>
          </p:cNvPr>
          <p:cNvSpPr>
            <a:spLocks noGrp="1"/>
          </p:cNvSpPr>
          <p:nvPr>
            <p:ph type="dt" sz="half" idx="15"/>
          </p:nvPr>
        </p:nvSpPr>
        <p:spPr/>
        <p:txBody>
          <a:bodyPr/>
          <a:lstStyle/>
          <a:p>
            <a:fld id="{1A9B7AE2-381D-4479-85FA-DDC6B048397D}" type="datetime1">
              <a:rPr lang="en-US" smtClean="0"/>
              <a:t>3/5/2026</a:t>
            </a:fld>
            <a:endParaRPr lang="en-US" sz="900" dirty="0"/>
          </a:p>
        </p:txBody>
      </p:sp>
      <p:sp>
        <p:nvSpPr>
          <p:cNvPr id="14" name="Slide Number Placeholder 13">
            <a:extLst>
              <a:ext uri="{FF2B5EF4-FFF2-40B4-BE49-F238E27FC236}">
                <a16:creationId xmlns:a16="http://schemas.microsoft.com/office/drawing/2014/main" id="{CAAD00E0-B824-14C5-DE42-74FEFE348DDB}"/>
              </a:ext>
            </a:extLst>
          </p:cNvPr>
          <p:cNvSpPr>
            <a:spLocks noGrp="1"/>
          </p:cNvSpPr>
          <p:nvPr>
            <p:ph type="sldNum" sz="quarter" idx="17"/>
          </p:nvPr>
        </p:nvSpPr>
        <p:spPr/>
        <p:txBody>
          <a:bodyPr/>
          <a:lstStyle/>
          <a:p>
            <a:fld id="{AEAA3239-9EA4-4A65-A281-97F994456D9F}" type="slidenum">
              <a:rPr lang="en-US" smtClean="0"/>
              <a:pPr/>
              <a:t>‹#›</a:t>
            </a:fld>
            <a:endParaRPr lang="en-US" sz="900" dirty="0"/>
          </a:p>
        </p:txBody>
      </p:sp>
    </p:spTree>
    <p:extLst>
      <p:ext uri="{BB962C8B-B14F-4D97-AF65-F5344CB8AC3E}">
        <p14:creationId xmlns:p14="http://schemas.microsoft.com/office/powerpoint/2010/main" val="2945243359"/>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Number Large">
    <p:bg>
      <p:bgPr>
        <a:solidFill>
          <a:schemeClr val="accent1"/>
        </a:solid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50E36C6-12C4-A224-626E-2C76DF8CE206}"/>
              </a:ext>
            </a:extLst>
          </p:cNvPr>
          <p:cNvSpPr>
            <a:spLocks noGrp="1"/>
          </p:cNvSpPr>
          <p:nvPr>
            <p:ph type="title"/>
          </p:nvPr>
        </p:nvSpPr>
        <p:spPr>
          <a:xfrm>
            <a:off x="685800" y="4343400"/>
            <a:ext cx="6400800" cy="1554480"/>
          </a:xfrm>
        </p:spPr>
        <p:txBody>
          <a:bodyPr anchor="t">
            <a:normAutofit/>
          </a:bodyPr>
          <a:lstStyle>
            <a:lvl1pPr>
              <a:lnSpc>
                <a:spcPct val="110000"/>
              </a:lnSpc>
              <a:defRPr sz="2600" b="0">
                <a:solidFill>
                  <a:schemeClr val="accent4"/>
                </a:solidFill>
                <a:latin typeface="+mn-lt"/>
              </a:defRPr>
            </a:lvl1pPr>
          </a:lstStyle>
          <a:p>
            <a:r>
              <a:rPr lang="en-US"/>
              <a:t>Click to edit Master title style</a:t>
            </a:r>
          </a:p>
        </p:txBody>
      </p:sp>
      <p:sp>
        <p:nvSpPr>
          <p:cNvPr id="8" name="Footer Placeholder 7">
            <a:extLst>
              <a:ext uri="{FF2B5EF4-FFF2-40B4-BE49-F238E27FC236}">
                <a16:creationId xmlns:a16="http://schemas.microsoft.com/office/drawing/2014/main" id="{CDB53A99-6BE0-BB52-0F56-44CC0927B187}"/>
              </a:ext>
            </a:extLst>
          </p:cNvPr>
          <p:cNvSpPr>
            <a:spLocks noGrp="1"/>
          </p:cNvSpPr>
          <p:nvPr>
            <p:ph type="ftr" sz="quarter" idx="15"/>
          </p:nvPr>
        </p:nvSpPr>
        <p:spPr/>
        <p:txBody>
          <a:bodyPr/>
          <a:lstStyle>
            <a:lvl1pPr>
              <a:defRPr b="0">
                <a:solidFill>
                  <a:schemeClr val="accent5"/>
                </a:solidFill>
              </a:defRPr>
            </a:lvl1pPr>
          </a:lstStyle>
          <a:p>
            <a:endParaRPr lang="en-US" b="0" dirty="0"/>
          </a:p>
        </p:txBody>
      </p:sp>
      <p:sp>
        <p:nvSpPr>
          <p:cNvPr id="6" name="Date Placeholder 5">
            <a:extLst>
              <a:ext uri="{FF2B5EF4-FFF2-40B4-BE49-F238E27FC236}">
                <a16:creationId xmlns:a16="http://schemas.microsoft.com/office/drawing/2014/main" id="{8E535CB3-CCA9-4326-77FA-5E6B8EF92084}"/>
              </a:ext>
            </a:extLst>
          </p:cNvPr>
          <p:cNvSpPr>
            <a:spLocks noGrp="1"/>
          </p:cNvSpPr>
          <p:nvPr>
            <p:ph type="dt" sz="half" idx="14"/>
          </p:nvPr>
        </p:nvSpPr>
        <p:spPr/>
        <p:txBody>
          <a:bodyPr/>
          <a:lstStyle>
            <a:lvl1pPr>
              <a:defRPr b="0">
                <a:solidFill>
                  <a:schemeClr val="accent5"/>
                </a:solidFill>
              </a:defRPr>
            </a:lvl1pPr>
          </a:lstStyle>
          <a:p>
            <a:fld id="{CCD0B644-7353-47FB-A9CD-90C1EC5198C5}" type="datetime1">
              <a:rPr lang="en-US" smtClean="0"/>
              <a:t>3/5/2026</a:t>
            </a:fld>
            <a:endParaRPr lang="en-US" b="0" dirty="0"/>
          </a:p>
        </p:txBody>
      </p:sp>
      <p:sp>
        <p:nvSpPr>
          <p:cNvPr id="9" name="Slide Number Placeholder 8">
            <a:extLst>
              <a:ext uri="{FF2B5EF4-FFF2-40B4-BE49-F238E27FC236}">
                <a16:creationId xmlns:a16="http://schemas.microsoft.com/office/drawing/2014/main" id="{BE0CF0A1-8196-D811-F81F-2062199D6CD4}"/>
              </a:ext>
            </a:extLst>
          </p:cNvPr>
          <p:cNvSpPr>
            <a:spLocks noGrp="1"/>
          </p:cNvSpPr>
          <p:nvPr>
            <p:ph type="sldNum" sz="quarter" idx="16"/>
          </p:nvPr>
        </p:nvSpPr>
        <p:spPr>
          <a:solidFill>
            <a:schemeClr val="accent1">
              <a:lumMod val="90000"/>
              <a:lumOff val="10000"/>
            </a:schemeClr>
          </a:solidFill>
        </p:spPr>
        <p:txBody>
          <a:bodyPr/>
          <a:lstStyle>
            <a:lvl1pPr>
              <a:defRPr b="0"/>
            </a:lvl1pPr>
          </a:lstStyle>
          <a:p>
            <a:fld id="{AEAA3239-9EA4-4A65-A281-97F994456D9F}" type="slidenum">
              <a:rPr lang="en-US" smtClean="0"/>
              <a:pPr/>
              <a:t>‹#›</a:t>
            </a:fld>
            <a:endParaRPr lang="en-US" b="0" dirty="0"/>
          </a:p>
        </p:txBody>
      </p:sp>
      <p:sp>
        <p:nvSpPr>
          <p:cNvPr id="4" name="Content Placeholder 4">
            <a:extLst>
              <a:ext uri="{FF2B5EF4-FFF2-40B4-BE49-F238E27FC236}">
                <a16:creationId xmlns:a16="http://schemas.microsoft.com/office/drawing/2014/main" id="{44B83042-AD1A-B6FF-E43A-53B8F34BF5D2}"/>
              </a:ext>
            </a:extLst>
          </p:cNvPr>
          <p:cNvSpPr>
            <a:spLocks noGrp="1"/>
          </p:cNvSpPr>
          <p:nvPr>
            <p:ph sz="quarter" idx="17" hasCustomPrompt="1"/>
          </p:nvPr>
        </p:nvSpPr>
        <p:spPr>
          <a:xfrm>
            <a:off x="685800" y="685270"/>
            <a:ext cx="10542588" cy="4208463"/>
          </a:xfrm>
        </p:spPr>
        <p:txBody>
          <a:bodyPr anchor="b"/>
          <a:lstStyle>
            <a:lvl1pPr>
              <a:buNone/>
              <a:defRPr sz="27000" b="1">
                <a:solidFill>
                  <a:schemeClr val="accent2"/>
                </a:solidFill>
                <a:latin typeface="+mj-lt"/>
              </a:defRPr>
            </a:lvl1pPr>
            <a:lvl2pPr>
              <a:defRPr>
                <a:solidFill>
                  <a:schemeClr val="accent2"/>
                </a:solidFill>
                <a:latin typeface="+mj-lt"/>
              </a:defRPr>
            </a:lvl2pPr>
            <a:lvl3pPr>
              <a:defRPr>
                <a:solidFill>
                  <a:schemeClr val="accent2"/>
                </a:solidFill>
                <a:latin typeface="+mj-lt"/>
              </a:defRPr>
            </a:lvl3pPr>
            <a:lvl4pPr>
              <a:defRPr>
                <a:solidFill>
                  <a:schemeClr val="accent2"/>
                </a:solidFill>
                <a:latin typeface="+mj-lt"/>
              </a:defRPr>
            </a:lvl4pPr>
            <a:lvl5pPr>
              <a:defRPr>
                <a:solidFill>
                  <a:schemeClr val="accent2"/>
                </a:solidFill>
                <a:latin typeface="+mj-lt"/>
              </a:defRPr>
            </a:lvl5pPr>
          </a:lstStyle>
          <a:p>
            <a:pPr lvl="0"/>
            <a:r>
              <a:rPr lang="en-US" dirty="0"/>
              <a:t>##%</a:t>
            </a:r>
          </a:p>
        </p:txBody>
      </p:sp>
    </p:spTree>
    <p:extLst>
      <p:ext uri="{BB962C8B-B14F-4D97-AF65-F5344CB8AC3E}">
        <p14:creationId xmlns:p14="http://schemas.microsoft.com/office/powerpoint/2010/main" val="3653914051"/>
      </p:ext>
    </p:extLst>
  </p:cSld>
  <p:clrMapOvr>
    <a:overrideClrMapping bg1="dk1" tx1="lt1" bg2="dk2" tx2="lt2" accent1="accent1" accent2="accent2" accent3="accent3" accent4="accent4" accent5="accent5" accent6="accent6" hlink="hlink" folHlink="folHlink"/>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Number Large 2">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3A71906-FF1C-7007-520A-0D59214B56F1}"/>
              </a:ext>
            </a:extLst>
          </p:cNvPr>
          <p:cNvSpPr>
            <a:spLocks noGrp="1"/>
          </p:cNvSpPr>
          <p:nvPr>
            <p:ph type="title"/>
          </p:nvPr>
        </p:nvSpPr>
        <p:spPr>
          <a:xfrm>
            <a:off x="7086598" y="2133601"/>
            <a:ext cx="4419602" cy="2819399"/>
          </a:xfrm>
        </p:spPr>
        <p:txBody>
          <a:bodyPr anchor="t">
            <a:normAutofit/>
          </a:bodyPr>
          <a:lstStyle>
            <a:lvl1pPr>
              <a:lnSpc>
                <a:spcPct val="110000"/>
              </a:lnSpc>
              <a:defRPr sz="2800" b="0">
                <a:solidFill>
                  <a:schemeClr val="accent1"/>
                </a:solidFill>
                <a:latin typeface="+mn-lt"/>
              </a:defRPr>
            </a:lvl1pPr>
          </a:lstStyle>
          <a:p>
            <a:r>
              <a:rPr lang="en-US"/>
              <a:t>Click to edit Master title style</a:t>
            </a:r>
          </a:p>
        </p:txBody>
      </p:sp>
      <p:sp>
        <p:nvSpPr>
          <p:cNvPr id="4" name="Content Placeholder 4">
            <a:extLst>
              <a:ext uri="{FF2B5EF4-FFF2-40B4-BE49-F238E27FC236}">
                <a16:creationId xmlns:a16="http://schemas.microsoft.com/office/drawing/2014/main" id="{0D7F0F0C-FFF4-C46A-9C4D-C4FEE4AF4EDC}"/>
              </a:ext>
            </a:extLst>
          </p:cNvPr>
          <p:cNvSpPr>
            <a:spLocks noGrp="1"/>
          </p:cNvSpPr>
          <p:nvPr>
            <p:ph sz="quarter" idx="17" hasCustomPrompt="1"/>
          </p:nvPr>
        </p:nvSpPr>
        <p:spPr>
          <a:xfrm>
            <a:off x="685800" y="2019300"/>
            <a:ext cx="5943600" cy="3566160"/>
          </a:xfrm>
        </p:spPr>
        <p:txBody>
          <a:bodyPr anchor="t"/>
          <a:lstStyle>
            <a:lvl1pPr>
              <a:lnSpc>
                <a:spcPct val="90000"/>
              </a:lnSpc>
              <a:buNone/>
              <a:defRPr sz="20000" b="1">
                <a:solidFill>
                  <a:schemeClr val="accent3"/>
                </a:solidFill>
                <a:latin typeface="+mj-lt"/>
              </a:defRPr>
            </a:lvl1pPr>
            <a:lvl2pPr>
              <a:defRPr>
                <a:solidFill>
                  <a:schemeClr val="accent2"/>
                </a:solidFill>
                <a:latin typeface="+mj-lt"/>
              </a:defRPr>
            </a:lvl2pPr>
            <a:lvl3pPr>
              <a:defRPr>
                <a:solidFill>
                  <a:schemeClr val="accent2"/>
                </a:solidFill>
                <a:latin typeface="+mj-lt"/>
              </a:defRPr>
            </a:lvl3pPr>
            <a:lvl4pPr>
              <a:defRPr>
                <a:solidFill>
                  <a:schemeClr val="accent2"/>
                </a:solidFill>
                <a:latin typeface="+mj-lt"/>
              </a:defRPr>
            </a:lvl4pPr>
            <a:lvl5pPr>
              <a:defRPr>
                <a:solidFill>
                  <a:schemeClr val="accent2"/>
                </a:solidFill>
                <a:latin typeface="+mj-lt"/>
              </a:defRPr>
            </a:lvl5pPr>
          </a:lstStyle>
          <a:p>
            <a:pPr lvl="0"/>
            <a:r>
              <a:rPr lang="en-US" dirty="0"/>
              <a:t>##%</a:t>
            </a:r>
          </a:p>
        </p:txBody>
      </p:sp>
      <p:sp>
        <p:nvSpPr>
          <p:cNvPr id="11" name="Footer Placeholder 10">
            <a:extLst>
              <a:ext uri="{FF2B5EF4-FFF2-40B4-BE49-F238E27FC236}">
                <a16:creationId xmlns:a16="http://schemas.microsoft.com/office/drawing/2014/main" id="{D152274D-6DE6-72DB-B973-7A95BCE923B1}"/>
              </a:ext>
            </a:extLst>
          </p:cNvPr>
          <p:cNvSpPr>
            <a:spLocks noGrp="1"/>
          </p:cNvSpPr>
          <p:nvPr>
            <p:ph type="ftr" sz="quarter" idx="15"/>
          </p:nvPr>
        </p:nvSpPr>
        <p:spPr/>
        <p:txBody>
          <a:bodyPr/>
          <a:lstStyle/>
          <a:p>
            <a:endParaRPr lang="en-US" sz="900" dirty="0"/>
          </a:p>
        </p:txBody>
      </p:sp>
      <p:sp>
        <p:nvSpPr>
          <p:cNvPr id="10" name="Date Placeholder 9">
            <a:extLst>
              <a:ext uri="{FF2B5EF4-FFF2-40B4-BE49-F238E27FC236}">
                <a16:creationId xmlns:a16="http://schemas.microsoft.com/office/drawing/2014/main" id="{44322537-6020-4AF7-85B9-F89784BBF540}"/>
              </a:ext>
            </a:extLst>
          </p:cNvPr>
          <p:cNvSpPr>
            <a:spLocks noGrp="1"/>
          </p:cNvSpPr>
          <p:nvPr>
            <p:ph type="dt" sz="half" idx="14"/>
          </p:nvPr>
        </p:nvSpPr>
        <p:spPr/>
        <p:txBody>
          <a:bodyPr/>
          <a:lstStyle/>
          <a:p>
            <a:fld id="{00972090-F95D-4FB8-8306-BA3C45D77902}" type="datetime1">
              <a:rPr lang="en-US" smtClean="0"/>
              <a:t>3/5/2026</a:t>
            </a:fld>
            <a:endParaRPr lang="en-US" sz="900" dirty="0"/>
          </a:p>
        </p:txBody>
      </p:sp>
      <p:sp>
        <p:nvSpPr>
          <p:cNvPr id="12" name="Slide Number Placeholder 11">
            <a:extLst>
              <a:ext uri="{FF2B5EF4-FFF2-40B4-BE49-F238E27FC236}">
                <a16:creationId xmlns:a16="http://schemas.microsoft.com/office/drawing/2014/main" id="{AC16AC84-07A9-AC7D-B1FA-86EE8D5AF94F}"/>
              </a:ext>
            </a:extLst>
          </p:cNvPr>
          <p:cNvSpPr>
            <a:spLocks noGrp="1"/>
          </p:cNvSpPr>
          <p:nvPr>
            <p:ph type="sldNum" sz="quarter" idx="16"/>
          </p:nvPr>
        </p:nvSpPr>
        <p:spPr/>
        <p:txBody>
          <a:bodyPr/>
          <a:lstStyle/>
          <a:p>
            <a:fld id="{AEAA3239-9EA4-4A65-A281-97F994456D9F}" type="slidenum">
              <a:rPr lang="en-US" smtClean="0"/>
              <a:pPr/>
              <a:t>‹#›</a:t>
            </a:fld>
            <a:endParaRPr lang="en-US" sz="900" dirty="0"/>
          </a:p>
        </p:txBody>
      </p:sp>
    </p:spTree>
    <p:extLst>
      <p:ext uri="{BB962C8B-B14F-4D97-AF65-F5344CB8AC3E}">
        <p14:creationId xmlns:p14="http://schemas.microsoft.com/office/powerpoint/2010/main" val="3611468764"/>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Number Large 3">
    <p:spTree>
      <p:nvGrpSpPr>
        <p:cNvPr id="1" name=""/>
        <p:cNvGrpSpPr/>
        <p:nvPr/>
      </p:nvGrpSpPr>
      <p:grpSpPr>
        <a:xfrm>
          <a:off x="0" y="0"/>
          <a:ext cx="0" cy="0"/>
          <a:chOff x="0" y="0"/>
          <a:chExt cx="0" cy="0"/>
        </a:xfrm>
      </p:grpSpPr>
      <p:sp>
        <p:nvSpPr>
          <p:cNvPr id="6" name="Title 4">
            <a:extLst>
              <a:ext uri="{FF2B5EF4-FFF2-40B4-BE49-F238E27FC236}">
                <a16:creationId xmlns:a16="http://schemas.microsoft.com/office/drawing/2014/main" id="{53039EA1-AD3C-6097-4DDF-F5608D616109}"/>
              </a:ext>
            </a:extLst>
          </p:cNvPr>
          <p:cNvSpPr>
            <a:spLocks noGrp="1"/>
          </p:cNvSpPr>
          <p:nvPr>
            <p:ph type="title"/>
          </p:nvPr>
        </p:nvSpPr>
        <p:spPr>
          <a:xfrm>
            <a:off x="6189784" y="4602480"/>
            <a:ext cx="5316416" cy="1554480"/>
          </a:xfrm>
        </p:spPr>
        <p:txBody>
          <a:bodyPr anchor="t">
            <a:normAutofit/>
          </a:bodyPr>
          <a:lstStyle>
            <a:lvl1pPr>
              <a:lnSpc>
                <a:spcPct val="110000"/>
              </a:lnSpc>
              <a:defRPr sz="2600" b="0">
                <a:solidFill>
                  <a:schemeClr val="accent1"/>
                </a:solidFill>
                <a:latin typeface="+mn-lt"/>
              </a:defRPr>
            </a:lvl1pPr>
          </a:lstStyle>
          <a:p>
            <a:r>
              <a:rPr lang="en-US"/>
              <a:t>Click to edit Master title style</a:t>
            </a:r>
          </a:p>
        </p:txBody>
      </p:sp>
      <p:sp>
        <p:nvSpPr>
          <p:cNvPr id="4" name="Content Placeholder 4">
            <a:extLst>
              <a:ext uri="{FF2B5EF4-FFF2-40B4-BE49-F238E27FC236}">
                <a16:creationId xmlns:a16="http://schemas.microsoft.com/office/drawing/2014/main" id="{61D45916-3648-A6CB-FEF5-ABDC163C5BFC}"/>
              </a:ext>
            </a:extLst>
          </p:cNvPr>
          <p:cNvSpPr>
            <a:spLocks noGrp="1"/>
          </p:cNvSpPr>
          <p:nvPr>
            <p:ph sz="quarter" idx="17" hasCustomPrompt="1"/>
          </p:nvPr>
        </p:nvSpPr>
        <p:spPr>
          <a:xfrm>
            <a:off x="685800" y="381000"/>
            <a:ext cx="7254240" cy="3474719"/>
          </a:xfrm>
        </p:spPr>
        <p:txBody>
          <a:bodyPr anchor="t"/>
          <a:lstStyle>
            <a:lvl1pPr>
              <a:lnSpc>
                <a:spcPct val="90000"/>
              </a:lnSpc>
              <a:buNone/>
              <a:defRPr sz="23000" b="1">
                <a:solidFill>
                  <a:schemeClr val="accent1"/>
                </a:solidFill>
                <a:latin typeface="+mj-lt"/>
              </a:defRPr>
            </a:lvl1pPr>
            <a:lvl2pPr>
              <a:defRPr>
                <a:solidFill>
                  <a:schemeClr val="accent2"/>
                </a:solidFill>
                <a:latin typeface="+mj-lt"/>
              </a:defRPr>
            </a:lvl2pPr>
            <a:lvl3pPr>
              <a:defRPr>
                <a:solidFill>
                  <a:schemeClr val="accent2"/>
                </a:solidFill>
                <a:latin typeface="+mj-lt"/>
              </a:defRPr>
            </a:lvl3pPr>
            <a:lvl4pPr>
              <a:defRPr>
                <a:solidFill>
                  <a:schemeClr val="accent2"/>
                </a:solidFill>
                <a:latin typeface="+mj-lt"/>
              </a:defRPr>
            </a:lvl4pPr>
            <a:lvl5pPr>
              <a:defRPr>
                <a:solidFill>
                  <a:schemeClr val="accent2"/>
                </a:solidFill>
                <a:latin typeface="+mj-lt"/>
              </a:defRPr>
            </a:lvl5pPr>
          </a:lstStyle>
          <a:p>
            <a:pPr lvl="0"/>
            <a:r>
              <a:rPr lang="en-US" dirty="0"/>
              <a:t>##%</a:t>
            </a:r>
          </a:p>
        </p:txBody>
      </p:sp>
      <p:sp>
        <p:nvSpPr>
          <p:cNvPr id="11" name="Footer Placeholder 10">
            <a:extLst>
              <a:ext uri="{FF2B5EF4-FFF2-40B4-BE49-F238E27FC236}">
                <a16:creationId xmlns:a16="http://schemas.microsoft.com/office/drawing/2014/main" id="{0FF07871-E04F-A612-3847-493AD17EC970}"/>
              </a:ext>
            </a:extLst>
          </p:cNvPr>
          <p:cNvSpPr>
            <a:spLocks noGrp="1"/>
          </p:cNvSpPr>
          <p:nvPr>
            <p:ph type="ftr" sz="quarter" idx="15"/>
          </p:nvPr>
        </p:nvSpPr>
        <p:spPr/>
        <p:txBody>
          <a:bodyPr/>
          <a:lstStyle/>
          <a:p>
            <a:endParaRPr lang="en-US" sz="900" dirty="0"/>
          </a:p>
        </p:txBody>
      </p:sp>
      <p:sp>
        <p:nvSpPr>
          <p:cNvPr id="10" name="Date Placeholder 9">
            <a:extLst>
              <a:ext uri="{FF2B5EF4-FFF2-40B4-BE49-F238E27FC236}">
                <a16:creationId xmlns:a16="http://schemas.microsoft.com/office/drawing/2014/main" id="{1AEF37F4-9E77-D7A5-972D-44CD54192749}"/>
              </a:ext>
            </a:extLst>
          </p:cNvPr>
          <p:cNvSpPr>
            <a:spLocks noGrp="1"/>
          </p:cNvSpPr>
          <p:nvPr>
            <p:ph type="dt" sz="half" idx="14"/>
          </p:nvPr>
        </p:nvSpPr>
        <p:spPr/>
        <p:txBody>
          <a:bodyPr/>
          <a:lstStyle/>
          <a:p>
            <a:fld id="{497AC601-0A5D-4EE4-A09C-B2ED94683408}" type="datetime1">
              <a:rPr lang="en-US" smtClean="0"/>
              <a:t>3/5/2026</a:t>
            </a:fld>
            <a:endParaRPr lang="en-US" sz="900" dirty="0"/>
          </a:p>
        </p:txBody>
      </p:sp>
      <p:sp>
        <p:nvSpPr>
          <p:cNvPr id="12" name="Slide Number Placeholder 11">
            <a:extLst>
              <a:ext uri="{FF2B5EF4-FFF2-40B4-BE49-F238E27FC236}">
                <a16:creationId xmlns:a16="http://schemas.microsoft.com/office/drawing/2014/main" id="{94596C69-4405-AC98-2DEE-E2947221E9FB}"/>
              </a:ext>
            </a:extLst>
          </p:cNvPr>
          <p:cNvSpPr>
            <a:spLocks noGrp="1"/>
          </p:cNvSpPr>
          <p:nvPr>
            <p:ph type="sldNum" sz="quarter" idx="16"/>
          </p:nvPr>
        </p:nvSpPr>
        <p:spPr/>
        <p:txBody>
          <a:bodyPr/>
          <a:lstStyle/>
          <a:p>
            <a:fld id="{AEAA3239-9EA4-4A65-A281-97F994456D9F}" type="slidenum">
              <a:rPr lang="en-US" smtClean="0"/>
              <a:pPr/>
              <a:t>‹#›</a:t>
            </a:fld>
            <a:endParaRPr lang="en-US" sz="900" dirty="0"/>
          </a:p>
        </p:txBody>
      </p:sp>
      <p:cxnSp>
        <p:nvCxnSpPr>
          <p:cNvPr id="13" name="Straight Connector 12">
            <a:extLst>
              <a:ext uri="{FF2B5EF4-FFF2-40B4-BE49-F238E27FC236}">
                <a16:creationId xmlns:a16="http://schemas.microsoft.com/office/drawing/2014/main" id="{F5632890-866D-1CA1-4620-7881649304CA}"/>
              </a:ext>
            </a:extLst>
          </p:cNvPr>
          <p:cNvCxnSpPr>
            <a:cxnSpLocks/>
          </p:cNvCxnSpPr>
          <p:nvPr userDrawn="1"/>
        </p:nvCxnSpPr>
        <p:spPr>
          <a:xfrm>
            <a:off x="6189785" y="4114800"/>
            <a:ext cx="6002215" cy="0"/>
          </a:xfrm>
          <a:prstGeom prst="line">
            <a:avLst/>
          </a:prstGeom>
          <a:ln w="53975">
            <a:solidFill>
              <a:srgbClr val="0F5337"/>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9495665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Number Large 4">
    <p:bg>
      <p:bgPr>
        <a:solidFill>
          <a:schemeClr val="accent1"/>
        </a:solid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374552A-A41B-0895-6EF6-738C28821467}"/>
              </a:ext>
            </a:extLst>
          </p:cNvPr>
          <p:cNvSpPr>
            <a:spLocks noGrp="1"/>
          </p:cNvSpPr>
          <p:nvPr>
            <p:ph type="title"/>
          </p:nvPr>
        </p:nvSpPr>
        <p:spPr>
          <a:xfrm>
            <a:off x="6934200" y="2636520"/>
            <a:ext cx="4572000" cy="3154680"/>
          </a:xfrm>
        </p:spPr>
        <p:txBody>
          <a:bodyPr anchor="t">
            <a:normAutofit/>
          </a:bodyPr>
          <a:lstStyle>
            <a:lvl1pPr>
              <a:lnSpc>
                <a:spcPct val="110000"/>
              </a:lnSpc>
              <a:defRPr sz="2000" b="0">
                <a:solidFill>
                  <a:schemeClr val="accent4"/>
                </a:solidFill>
                <a:latin typeface="+mn-lt"/>
              </a:defRPr>
            </a:lvl1pPr>
          </a:lstStyle>
          <a:p>
            <a:r>
              <a:rPr lang="en-US"/>
              <a:t>Click to edit Master title style</a:t>
            </a:r>
          </a:p>
        </p:txBody>
      </p:sp>
      <p:sp>
        <p:nvSpPr>
          <p:cNvPr id="4" name="Content Placeholder 4">
            <a:extLst>
              <a:ext uri="{FF2B5EF4-FFF2-40B4-BE49-F238E27FC236}">
                <a16:creationId xmlns:a16="http://schemas.microsoft.com/office/drawing/2014/main" id="{2313E2DC-44BB-3688-3B61-B3DA96D58E2B}"/>
              </a:ext>
            </a:extLst>
          </p:cNvPr>
          <p:cNvSpPr>
            <a:spLocks noGrp="1"/>
          </p:cNvSpPr>
          <p:nvPr>
            <p:ph sz="quarter" idx="17" hasCustomPrompt="1"/>
          </p:nvPr>
        </p:nvSpPr>
        <p:spPr>
          <a:xfrm>
            <a:off x="685800" y="1844038"/>
            <a:ext cx="5669280" cy="4297681"/>
          </a:xfrm>
        </p:spPr>
        <p:txBody>
          <a:bodyPr anchor="t"/>
          <a:lstStyle>
            <a:lvl1pPr>
              <a:lnSpc>
                <a:spcPct val="90000"/>
              </a:lnSpc>
              <a:buNone/>
              <a:defRPr sz="18500" b="1">
                <a:solidFill>
                  <a:schemeClr val="accent5"/>
                </a:solidFill>
                <a:latin typeface="+mj-lt"/>
              </a:defRPr>
            </a:lvl1pPr>
            <a:lvl2pPr>
              <a:defRPr>
                <a:solidFill>
                  <a:schemeClr val="accent2"/>
                </a:solidFill>
                <a:latin typeface="+mj-lt"/>
              </a:defRPr>
            </a:lvl2pPr>
            <a:lvl3pPr>
              <a:defRPr>
                <a:solidFill>
                  <a:schemeClr val="accent2"/>
                </a:solidFill>
                <a:latin typeface="+mj-lt"/>
              </a:defRPr>
            </a:lvl3pPr>
            <a:lvl4pPr>
              <a:defRPr>
                <a:solidFill>
                  <a:schemeClr val="accent2"/>
                </a:solidFill>
                <a:latin typeface="+mj-lt"/>
              </a:defRPr>
            </a:lvl4pPr>
            <a:lvl5pPr>
              <a:defRPr>
                <a:solidFill>
                  <a:schemeClr val="accent2"/>
                </a:solidFill>
                <a:latin typeface="+mj-lt"/>
              </a:defRPr>
            </a:lvl5pPr>
          </a:lstStyle>
          <a:p>
            <a:pPr lvl="0"/>
            <a:r>
              <a:rPr lang="en-US" dirty="0"/>
              <a:t>##%</a:t>
            </a:r>
          </a:p>
        </p:txBody>
      </p:sp>
      <p:sp>
        <p:nvSpPr>
          <p:cNvPr id="11" name="Footer Placeholder 10">
            <a:extLst>
              <a:ext uri="{FF2B5EF4-FFF2-40B4-BE49-F238E27FC236}">
                <a16:creationId xmlns:a16="http://schemas.microsoft.com/office/drawing/2014/main" id="{6E412CA3-624D-9EC5-0455-269A0F197031}"/>
              </a:ext>
            </a:extLst>
          </p:cNvPr>
          <p:cNvSpPr>
            <a:spLocks noGrp="1"/>
          </p:cNvSpPr>
          <p:nvPr>
            <p:ph type="ftr" sz="quarter" idx="15"/>
          </p:nvPr>
        </p:nvSpPr>
        <p:spPr/>
        <p:txBody>
          <a:bodyPr/>
          <a:lstStyle>
            <a:lvl1pPr>
              <a:defRPr>
                <a:solidFill>
                  <a:schemeClr val="accent5"/>
                </a:solidFill>
              </a:defRPr>
            </a:lvl1pPr>
          </a:lstStyle>
          <a:p>
            <a:endParaRPr lang="en-US" dirty="0"/>
          </a:p>
        </p:txBody>
      </p:sp>
      <p:sp>
        <p:nvSpPr>
          <p:cNvPr id="10" name="Date Placeholder 9">
            <a:extLst>
              <a:ext uri="{FF2B5EF4-FFF2-40B4-BE49-F238E27FC236}">
                <a16:creationId xmlns:a16="http://schemas.microsoft.com/office/drawing/2014/main" id="{0C9E9582-BFC4-2DE1-AAC3-77216CD8AF10}"/>
              </a:ext>
            </a:extLst>
          </p:cNvPr>
          <p:cNvSpPr>
            <a:spLocks noGrp="1"/>
          </p:cNvSpPr>
          <p:nvPr>
            <p:ph type="dt" sz="half" idx="14"/>
          </p:nvPr>
        </p:nvSpPr>
        <p:spPr/>
        <p:txBody>
          <a:bodyPr/>
          <a:lstStyle>
            <a:lvl1pPr>
              <a:defRPr>
                <a:solidFill>
                  <a:schemeClr val="accent5"/>
                </a:solidFill>
              </a:defRPr>
            </a:lvl1pPr>
          </a:lstStyle>
          <a:p>
            <a:fld id="{928E9DBA-F574-49B8-A000-DD2C6733F410}" type="datetime1">
              <a:rPr lang="en-US" smtClean="0"/>
              <a:t>3/5/2026</a:t>
            </a:fld>
            <a:endParaRPr lang="en-US" dirty="0"/>
          </a:p>
        </p:txBody>
      </p:sp>
      <p:sp>
        <p:nvSpPr>
          <p:cNvPr id="12" name="Slide Number Placeholder 11">
            <a:extLst>
              <a:ext uri="{FF2B5EF4-FFF2-40B4-BE49-F238E27FC236}">
                <a16:creationId xmlns:a16="http://schemas.microsoft.com/office/drawing/2014/main" id="{B6CA68CC-04B7-B57A-4A1D-6732593FE209}"/>
              </a:ext>
            </a:extLst>
          </p:cNvPr>
          <p:cNvSpPr>
            <a:spLocks noGrp="1"/>
          </p:cNvSpPr>
          <p:nvPr>
            <p:ph type="sldNum" sz="quarter" idx="16"/>
          </p:nvPr>
        </p:nvSpPr>
        <p:spPr>
          <a:solidFill>
            <a:schemeClr val="accent1">
              <a:lumMod val="90000"/>
              <a:lumOff val="10000"/>
            </a:schemeClr>
          </a:solidFill>
        </p:spPr>
        <p:txBody>
          <a:bodyPr/>
          <a:lstStyle/>
          <a:p>
            <a:fld id="{AEAA3239-9EA4-4A65-A281-97F994456D9F}" type="slidenum">
              <a:rPr lang="en-US" smtClean="0"/>
              <a:pPr/>
              <a:t>‹#›</a:t>
            </a:fld>
            <a:endParaRPr lang="en-US" sz="900" dirty="0"/>
          </a:p>
        </p:txBody>
      </p:sp>
      <p:cxnSp>
        <p:nvCxnSpPr>
          <p:cNvPr id="13" name="Straight Connector 12">
            <a:extLst>
              <a:ext uri="{FF2B5EF4-FFF2-40B4-BE49-F238E27FC236}">
                <a16:creationId xmlns:a16="http://schemas.microsoft.com/office/drawing/2014/main" id="{9D723FA3-CE00-5B24-003F-AB5A48CB4990}"/>
              </a:ext>
            </a:extLst>
          </p:cNvPr>
          <p:cNvCxnSpPr>
            <a:cxnSpLocks/>
          </p:cNvCxnSpPr>
          <p:nvPr userDrawn="1"/>
        </p:nvCxnSpPr>
        <p:spPr>
          <a:xfrm>
            <a:off x="6934200" y="2118897"/>
            <a:ext cx="5257800" cy="0"/>
          </a:xfrm>
          <a:prstGeom prst="line">
            <a:avLst/>
          </a:prstGeom>
          <a:ln w="53975">
            <a:solidFill>
              <a:schemeClr val="accent5"/>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07646046"/>
      </p:ext>
    </p:extLst>
  </p:cSld>
  <p:clrMapOvr>
    <a:overrideClrMapping bg1="dk1" tx1="lt1" bg2="dk2" tx2="lt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Statement">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85800" y="685800"/>
            <a:ext cx="10789920" cy="5394960"/>
          </a:xfrm>
        </p:spPr>
        <p:txBody>
          <a:bodyPr anchor="t">
            <a:normAutofit/>
          </a:bodyPr>
          <a:lstStyle>
            <a:lvl1pPr marL="0" indent="0">
              <a:lnSpc>
                <a:spcPct val="90000"/>
              </a:lnSpc>
              <a:buNone/>
              <a:defRPr sz="8000" b="1">
                <a:solidFill>
                  <a:schemeClr val="accent4"/>
                </a:solidFill>
              </a:defRPr>
            </a:lvl1pPr>
            <a:lvl2pPr marL="228600" indent="0">
              <a:lnSpc>
                <a:spcPct val="90000"/>
              </a:lnSpc>
              <a:buNone/>
              <a:defRPr sz="7200" b="1">
                <a:solidFill>
                  <a:schemeClr val="accent4"/>
                </a:solidFill>
              </a:defRPr>
            </a:lvl2pPr>
            <a:lvl3pPr marL="457200" indent="0">
              <a:lnSpc>
                <a:spcPct val="90000"/>
              </a:lnSpc>
              <a:buNone/>
              <a:defRPr sz="6600" b="1">
                <a:solidFill>
                  <a:schemeClr val="accent4"/>
                </a:solidFill>
              </a:defRPr>
            </a:lvl3pPr>
            <a:lvl4pPr marL="685800" indent="0">
              <a:lnSpc>
                <a:spcPct val="90000"/>
              </a:lnSpc>
              <a:buNone/>
              <a:defRPr sz="6000" b="1">
                <a:solidFill>
                  <a:schemeClr val="accent4"/>
                </a:solidFill>
              </a:defRPr>
            </a:lvl4pPr>
            <a:lvl5pPr marL="914400" indent="0">
              <a:lnSpc>
                <a:spcPct val="90000"/>
              </a:lnSpc>
              <a:buNone/>
              <a:defRPr sz="5400" b="1">
                <a:solidFill>
                  <a:schemeClr val="accent4"/>
                </a:solidFill>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Footer Placeholder 7">
            <a:extLst>
              <a:ext uri="{FF2B5EF4-FFF2-40B4-BE49-F238E27FC236}">
                <a16:creationId xmlns:a16="http://schemas.microsoft.com/office/drawing/2014/main" id="{0A9A09C8-E4BE-5919-277B-FC58BAB9F6BF}"/>
              </a:ext>
            </a:extLst>
          </p:cNvPr>
          <p:cNvSpPr>
            <a:spLocks noGrp="1"/>
          </p:cNvSpPr>
          <p:nvPr>
            <p:ph type="ftr" sz="quarter" idx="15"/>
          </p:nvPr>
        </p:nvSpPr>
        <p:spPr/>
        <p:txBody>
          <a:bodyPr/>
          <a:lstStyle>
            <a:lvl1pPr>
              <a:defRPr b="0">
                <a:solidFill>
                  <a:schemeClr val="accent5"/>
                </a:solidFill>
              </a:defRPr>
            </a:lvl1pPr>
          </a:lstStyle>
          <a:p>
            <a:endParaRPr lang="en-US" b="0" dirty="0"/>
          </a:p>
        </p:txBody>
      </p:sp>
      <p:sp>
        <p:nvSpPr>
          <p:cNvPr id="6" name="Date Placeholder 5">
            <a:extLst>
              <a:ext uri="{FF2B5EF4-FFF2-40B4-BE49-F238E27FC236}">
                <a16:creationId xmlns:a16="http://schemas.microsoft.com/office/drawing/2014/main" id="{322477BB-2AE4-F703-A045-92BB59CC68FA}"/>
              </a:ext>
            </a:extLst>
          </p:cNvPr>
          <p:cNvSpPr>
            <a:spLocks noGrp="1"/>
          </p:cNvSpPr>
          <p:nvPr>
            <p:ph type="dt" sz="half" idx="14"/>
          </p:nvPr>
        </p:nvSpPr>
        <p:spPr/>
        <p:txBody>
          <a:bodyPr/>
          <a:lstStyle>
            <a:lvl1pPr>
              <a:defRPr b="0">
                <a:solidFill>
                  <a:schemeClr val="accent5"/>
                </a:solidFill>
              </a:defRPr>
            </a:lvl1pPr>
          </a:lstStyle>
          <a:p>
            <a:fld id="{C00E75E5-D496-4EC7-8813-684FB5336261}" type="datetime1">
              <a:rPr lang="en-US" smtClean="0"/>
              <a:t>3/5/2026</a:t>
            </a:fld>
            <a:endParaRPr lang="en-US" b="0" dirty="0"/>
          </a:p>
        </p:txBody>
      </p:sp>
      <p:sp>
        <p:nvSpPr>
          <p:cNvPr id="9" name="Slide Number Placeholder 8">
            <a:extLst>
              <a:ext uri="{FF2B5EF4-FFF2-40B4-BE49-F238E27FC236}">
                <a16:creationId xmlns:a16="http://schemas.microsoft.com/office/drawing/2014/main" id="{153F7A2E-5219-DA8D-BF53-2AA1E480FBAB}"/>
              </a:ext>
            </a:extLst>
          </p:cNvPr>
          <p:cNvSpPr>
            <a:spLocks noGrp="1"/>
          </p:cNvSpPr>
          <p:nvPr>
            <p:ph type="sldNum" sz="quarter" idx="16"/>
          </p:nvPr>
        </p:nvSpPr>
        <p:spPr/>
        <p:txBody>
          <a:bodyPr/>
          <a:lstStyle>
            <a:lvl1pPr>
              <a:defRPr b="0"/>
            </a:lvl1pPr>
          </a:lstStyle>
          <a:p>
            <a:fld id="{AEAA3239-9EA4-4A65-A281-97F994456D9F}" type="slidenum">
              <a:rPr lang="en-US" smtClean="0"/>
              <a:pPr/>
              <a:t>‹#›</a:t>
            </a:fld>
            <a:endParaRPr lang="en-US" b="0" dirty="0"/>
          </a:p>
        </p:txBody>
      </p:sp>
    </p:spTree>
    <p:extLst>
      <p:ext uri="{BB962C8B-B14F-4D97-AF65-F5344CB8AC3E}">
        <p14:creationId xmlns:p14="http://schemas.microsoft.com/office/powerpoint/2010/main" val="3606356817"/>
      </p:ext>
    </p:extLst>
  </p:cSld>
  <p:clrMapOvr>
    <a:overrideClrMapping bg1="dk1" tx1="lt1" bg2="dk2" tx2="lt2" accent1="accent1" accent2="accent2" accent3="accent3" accent4="accent4" accent5="accent5" accent6="accent6" hlink="hlink" folHlink="folHlink"/>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Statem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dirty="0"/>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85800" y="685800"/>
            <a:ext cx="7315200" cy="5486400"/>
          </a:xfrm>
        </p:spPr>
        <p:txBody>
          <a:bodyPr anchor="t">
            <a:noAutofit/>
          </a:bodyPr>
          <a:lstStyle>
            <a:lvl1pPr marL="0" indent="0">
              <a:lnSpc>
                <a:spcPct val="90000"/>
              </a:lnSpc>
              <a:buNone/>
              <a:defRPr sz="6600" b="1">
                <a:solidFill>
                  <a:schemeClr val="accent3"/>
                </a:solidFill>
              </a:defRPr>
            </a:lvl1pPr>
            <a:lvl2pPr marL="228600" indent="0">
              <a:lnSpc>
                <a:spcPct val="90000"/>
              </a:lnSpc>
              <a:buNone/>
              <a:defRPr sz="6000" b="1">
                <a:solidFill>
                  <a:schemeClr val="accent3"/>
                </a:solidFill>
              </a:defRPr>
            </a:lvl2pPr>
            <a:lvl3pPr marL="457200" indent="0">
              <a:lnSpc>
                <a:spcPct val="90000"/>
              </a:lnSpc>
              <a:buNone/>
              <a:defRPr sz="5400" b="1">
                <a:solidFill>
                  <a:schemeClr val="accent3"/>
                </a:solidFill>
              </a:defRPr>
            </a:lvl3pPr>
            <a:lvl4pPr marL="685800" indent="0">
              <a:lnSpc>
                <a:spcPct val="90000"/>
              </a:lnSpc>
              <a:buNone/>
              <a:defRPr sz="4800" b="1">
                <a:solidFill>
                  <a:schemeClr val="accent3"/>
                </a:solidFill>
              </a:defRPr>
            </a:lvl4pPr>
            <a:lvl5pPr marL="914400" indent="0">
              <a:lnSpc>
                <a:spcPct val="90000"/>
              </a:lnSpc>
              <a:buNone/>
              <a:defRPr sz="4400" b="1">
                <a:solidFill>
                  <a:schemeClr val="accent3"/>
                </a:solidFill>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10">
            <a:extLst>
              <a:ext uri="{FF2B5EF4-FFF2-40B4-BE49-F238E27FC236}">
                <a16:creationId xmlns:a16="http://schemas.microsoft.com/office/drawing/2014/main" id="{14888062-3D09-ED26-DC7F-447AB9A757FE}"/>
              </a:ext>
            </a:extLst>
          </p:cNvPr>
          <p:cNvSpPr>
            <a:spLocks noGrp="1"/>
          </p:cNvSpPr>
          <p:nvPr>
            <p:ph type="ftr" sz="quarter" idx="15"/>
          </p:nvPr>
        </p:nvSpPr>
        <p:spPr/>
        <p:txBody>
          <a:bodyPr/>
          <a:lstStyle/>
          <a:p>
            <a:endParaRPr lang="en-US" sz="900" dirty="0"/>
          </a:p>
        </p:txBody>
      </p:sp>
      <p:sp>
        <p:nvSpPr>
          <p:cNvPr id="10" name="Date Placeholder 9">
            <a:extLst>
              <a:ext uri="{FF2B5EF4-FFF2-40B4-BE49-F238E27FC236}">
                <a16:creationId xmlns:a16="http://schemas.microsoft.com/office/drawing/2014/main" id="{647EEF49-62B3-1E5C-5EAD-ED1B4557161E}"/>
              </a:ext>
            </a:extLst>
          </p:cNvPr>
          <p:cNvSpPr>
            <a:spLocks noGrp="1"/>
          </p:cNvSpPr>
          <p:nvPr>
            <p:ph type="dt" sz="half" idx="14"/>
          </p:nvPr>
        </p:nvSpPr>
        <p:spPr/>
        <p:txBody>
          <a:bodyPr/>
          <a:lstStyle/>
          <a:p>
            <a:fld id="{AEE77BEB-FE0B-4D99-BCD5-ECA5C6DB5BFD}" type="datetime1">
              <a:rPr lang="en-US" smtClean="0"/>
              <a:t>3/5/2026</a:t>
            </a:fld>
            <a:endParaRPr lang="en-US" sz="900" dirty="0"/>
          </a:p>
        </p:txBody>
      </p:sp>
      <p:sp>
        <p:nvSpPr>
          <p:cNvPr id="12" name="Slide Number Placeholder 11">
            <a:extLst>
              <a:ext uri="{FF2B5EF4-FFF2-40B4-BE49-F238E27FC236}">
                <a16:creationId xmlns:a16="http://schemas.microsoft.com/office/drawing/2014/main" id="{4FB220C6-3442-368E-4DEA-A07BD9C2B211}"/>
              </a:ext>
            </a:extLst>
          </p:cNvPr>
          <p:cNvSpPr>
            <a:spLocks noGrp="1"/>
          </p:cNvSpPr>
          <p:nvPr>
            <p:ph type="sldNum" sz="quarter" idx="16"/>
          </p:nvPr>
        </p:nvSpPr>
        <p:spPr/>
        <p:txBody>
          <a:bodyPr/>
          <a:lstStyle/>
          <a:p>
            <a:fld id="{AEAA3239-9EA4-4A65-A281-97F994456D9F}" type="slidenum">
              <a:rPr lang="en-US" smtClean="0"/>
              <a:pPr/>
              <a:t>‹#›</a:t>
            </a:fld>
            <a:endParaRPr lang="en-US" sz="900" dirty="0"/>
          </a:p>
        </p:txBody>
      </p:sp>
    </p:spTree>
    <p:extLst>
      <p:ext uri="{BB962C8B-B14F-4D97-AF65-F5344CB8AC3E}">
        <p14:creationId xmlns:p14="http://schemas.microsoft.com/office/powerpoint/2010/main" val="284235303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Statement 3">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85800" y="685800"/>
            <a:ext cx="10789920" cy="5394960"/>
          </a:xfrm>
        </p:spPr>
        <p:txBody>
          <a:bodyPr anchor="b">
            <a:normAutofit/>
          </a:bodyPr>
          <a:lstStyle>
            <a:lvl1pPr marL="0" indent="0">
              <a:lnSpc>
                <a:spcPct val="90000"/>
              </a:lnSpc>
              <a:buNone/>
              <a:defRPr sz="7200" b="1">
                <a:solidFill>
                  <a:schemeClr val="accent2"/>
                </a:solidFill>
              </a:defRPr>
            </a:lvl1pPr>
            <a:lvl2pPr marL="228600" indent="0">
              <a:lnSpc>
                <a:spcPct val="90000"/>
              </a:lnSpc>
              <a:buNone/>
              <a:defRPr sz="6600" b="1">
                <a:solidFill>
                  <a:schemeClr val="accent2"/>
                </a:solidFill>
              </a:defRPr>
            </a:lvl2pPr>
            <a:lvl3pPr marL="457200" indent="0">
              <a:lnSpc>
                <a:spcPct val="90000"/>
              </a:lnSpc>
              <a:buNone/>
              <a:defRPr sz="6000" b="1">
                <a:solidFill>
                  <a:schemeClr val="accent2"/>
                </a:solidFill>
              </a:defRPr>
            </a:lvl3pPr>
            <a:lvl4pPr marL="685800" indent="0">
              <a:lnSpc>
                <a:spcPct val="90000"/>
              </a:lnSpc>
              <a:buNone/>
              <a:defRPr sz="5400" b="1">
                <a:solidFill>
                  <a:schemeClr val="accent2"/>
                </a:solidFill>
              </a:defRPr>
            </a:lvl4pPr>
            <a:lvl5pPr marL="914400" indent="0">
              <a:lnSpc>
                <a:spcPct val="90000"/>
              </a:lnSpc>
              <a:buNone/>
              <a:defRPr sz="4800" b="1">
                <a:solidFill>
                  <a:schemeClr val="accent2"/>
                </a:solidFill>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10">
            <a:extLst>
              <a:ext uri="{FF2B5EF4-FFF2-40B4-BE49-F238E27FC236}">
                <a16:creationId xmlns:a16="http://schemas.microsoft.com/office/drawing/2014/main" id="{6BA51D93-9944-2BC9-815F-A60CA562409F}"/>
              </a:ext>
            </a:extLst>
          </p:cNvPr>
          <p:cNvSpPr>
            <a:spLocks noGrp="1"/>
          </p:cNvSpPr>
          <p:nvPr>
            <p:ph type="ftr" sz="quarter" idx="15"/>
          </p:nvPr>
        </p:nvSpPr>
        <p:spPr/>
        <p:txBody>
          <a:bodyPr/>
          <a:lstStyle/>
          <a:p>
            <a:endParaRPr lang="en-US" sz="900" dirty="0"/>
          </a:p>
        </p:txBody>
      </p:sp>
      <p:sp>
        <p:nvSpPr>
          <p:cNvPr id="10" name="Date Placeholder 9">
            <a:extLst>
              <a:ext uri="{FF2B5EF4-FFF2-40B4-BE49-F238E27FC236}">
                <a16:creationId xmlns:a16="http://schemas.microsoft.com/office/drawing/2014/main" id="{2C7E932F-30B9-A7ED-CEF9-ED7C120FCFBC}"/>
              </a:ext>
            </a:extLst>
          </p:cNvPr>
          <p:cNvSpPr>
            <a:spLocks noGrp="1"/>
          </p:cNvSpPr>
          <p:nvPr>
            <p:ph type="dt" sz="half" idx="14"/>
          </p:nvPr>
        </p:nvSpPr>
        <p:spPr/>
        <p:txBody>
          <a:bodyPr/>
          <a:lstStyle/>
          <a:p>
            <a:fld id="{205C1734-919B-490D-88CD-D33F70BB66A2}" type="datetime1">
              <a:rPr lang="en-US" smtClean="0"/>
              <a:t>3/5/2026</a:t>
            </a:fld>
            <a:endParaRPr lang="en-US" sz="900" dirty="0"/>
          </a:p>
        </p:txBody>
      </p:sp>
      <p:sp>
        <p:nvSpPr>
          <p:cNvPr id="12" name="Slide Number Placeholder 11">
            <a:extLst>
              <a:ext uri="{FF2B5EF4-FFF2-40B4-BE49-F238E27FC236}">
                <a16:creationId xmlns:a16="http://schemas.microsoft.com/office/drawing/2014/main" id="{2798614F-71F4-C3D8-BE5E-42ADD598643E}"/>
              </a:ext>
            </a:extLst>
          </p:cNvPr>
          <p:cNvSpPr>
            <a:spLocks noGrp="1"/>
          </p:cNvSpPr>
          <p:nvPr>
            <p:ph type="sldNum" sz="quarter" idx="16"/>
          </p:nvPr>
        </p:nvSpPr>
        <p:spPr/>
        <p:txBody>
          <a:bodyPr/>
          <a:lstStyle/>
          <a:p>
            <a:fld id="{AEAA3239-9EA4-4A65-A281-97F994456D9F}" type="slidenum">
              <a:rPr lang="en-US" smtClean="0"/>
              <a:pPr/>
              <a:t>‹#›</a:t>
            </a:fld>
            <a:endParaRPr lang="en-US" sz="900" dirty="0"/>
          </a:p>
        </p:txBody>
      </p:sp>
    </p:spTree>
    <p:extLst>
      <p:ext uri="{BB962C8B-B14F-4D97-AF65-F5344CB8AC3E}">
        <p14:creationId xmlns:p14="http://schemas.microsoft.com/office/powerpoint/2010/main" val="2924151441"/>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Statement 5">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4297680" y="685800"/>
            <a:ext cx="7315200" cy="5486400"/>
          </a:xfrm>
        </p:spPr>
        <p:txBody>
          <a:bodyPr vert="horz" lIns="91440" tIns="45720" rIns="91440" bIns="45720" rtlCol="0" anchor="ctr" anchorCtr="0">
            <a:noAutofit/>
          </a:bodyPr>
          <a:lstStyle>
            <a:lvl1pPr marL="0" indent="0">
              <a:lnSpc>
                <a:spcPct val="90000"/>
              </a:lnSpc>
              <a:buNone/>
              <a:defRPr lang="en-US" sz="6600" b="1" dirty="0">
                <a:solidFill>
                  <a:schemeClr val="accent5"/>
                </a:solidFill>
              </a:defRPr>
            </a:lvl1pPr>
            <a:lvl2pPr marL="228600" indent="0">
              <a:lnSpc>
                <a:spcPct val="90000"/>
              </a:lnSpc>
              <a:buNone/>
              <a:defRPr lang="en-US" sz="6000" b="1" dirty="0">
                <a:solidFill>
                  <a:schemeClr val="accent5"/>
                </a:solidFill>
              </a:defRPr>
            </a:lvl2pPr>
            <a:lvl3pPr marL="457200" indent="0">
              <a:lnSpc>
                <a:spcPct val="90000"/>
              </a:lnSpc>
              <a:buNone/>
              <a:defRPr lang="en-US" sz="5400" b="1" dirty="0">
                <a:solidFill>
                  <a:schemeClr val="accent5"/>
                </a:solidFill>
              </a:defRPr>
            </a:lvl3pPr>
            <a:lvl4pPr marL="685800" indent="0">
              <a:lnSpc>
                <a:spcPct val="90000"/>
              </a:lnSpc>
              <a:buNone/>
              <a:defRPr lang="en-US" sz="4800" b="1" dirty="0">
                <a:solidFill>
                  <a:schemeClr val="accent5"/>
                </a:solidFill>
              </a:defRPr>
            </a:lvl4pPr>
            <a:lvl5pPr marL="914400" indent="0">
              <a:lnSpc>
                <a:spcPct val="90000"/>
              </a:lnSpc>
              <a:buNone/>
              <a:defRPr lang="en-US" sz="4400" b="1" dirty="0">
                <a:solidFill>
                  <a:schemeClr val="accent5"/>
                </a:solidFill>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Footer Placeholder 7">
            <a:extLst>
              <a:ext uri="{FF2B5EF4-FFF2-40B4-BE49-F238E27FC236}">
                <a16:creationId xmlns:a16="http://schemas.microsoft.com/office/drawing/2014/main" id="{990C6FD0-8607-D553-1B6B-1C12B93B1EF6}"/>
              </a:ext>
            </a:extLst>
          </p:cNvPr>
          <p:cNvSpPr>
            <a:spLocks noGrp="1"/>
          </p:cNvSpPr>
          <p:nvPr>
            <p:ph type="ftr" sz="quarter" idx="15"/>
          </p:nvPr>
        </p:nvSpPr>
        <p:spPr/>
        <p:txBody>
          <a:bodyPr/>
          <a:lstStyle>
            <a:lvl1pPr>
              <a:defRPr>
                <a:solidFill>
                  <a:schemeClr val="accent5"/>
                </a:solidFill>
              </a:defRPr>
            </a:lvl1pPr>
          </a:lstStyle>
          <a:p>
            <a:endParaRPr lang="en-US" dirty="0"/>
          </a:p>
        </p:txBody>
      </p:sp>
      <p:sp>
        <p:nvSpPr>
          <p:cNvPr id="6" name="Date Placeholder 5">
            <a:extLst>
              <a:ext uri="{FF2B5EF4-FFF2-40B4-BE49-F238E27FC236}">
                <a16:creationId xmlns:a16="http://schemas.microsoft.com/office/drawing/2014/main" id="{B80EDC19-E133-BD03-8B9E-EFC28C3479E5}"/>
              </a:ext>
            </a:extLst>
          </p:cNvPr>
          <p:cNvSpPr>
            <a:spLocks noGrp="1"/>
          </p:cNvSpPr>
          <p:nvPr>
            <p:ph type="dt" sz="half" idx="14"/>
          </p:nvPr>
        </p:nvSpPr>
        <p:spPr/>
        <p:txBody>
          <a:bodyPr/>
          <a:lstStyle>
            <a:lvl1pPr>
              <a:defRPr>
                <a:solidFill>
                  <a:schemeClr val="accent5"/>
                </a:solidFill>
              </a:defRPr>
            </a:lvl1pPr>
          </a:lstStyle>
          <a:p>
            <a:fld id="{2E413318-8617-4118-8000-9B8B71A9711B}" type="datetime1">
              <a:rPr lang="en-US" smtClean="0"/>
              <a:t>3/5/2026</a:t>
            </a:fld>
            <a:endParaRPr lang="en-US" dirty="0"/>
          </a:p>
        </p:txBody>
      </p:sp>
      <p:sp>
        <p:nvSpPr>
          <p:cNvPr id="9" name="Slide Number Placeholder 8">
            <a:extLst>
              <a:ext uri="{FF2B5EF4-FFF2-40B4-BE49-F238E27FC236}">
                <a16:creationId xmlns:a16="http://schemas.microsoft.com/office/drawing/2014/main" id="{08591225-6735-2FDD-B652-0FE0C538238F}"/>
              </a:ext>
            </a:extLst>
          </p:cNvPr>
          <p:cNvSpPr>
            <a:spLocks noGrp="1"/>
          </p:cNvSpPr>
          <p:nvPr>
            <p:ph type="sldNum" sz="quarter" idx="16"/>
          </p:nvPr>
        </p:nvSpPr>
        <p:spPr>
          <a:solidFill>
            <a:schemeClr val="accent1">
              <a:lumMod val="90000"/>
              <a:lumOff val="10000"/>
            </a:schemeClr>
          </a:solidFill>
        </p:spPr>
        <p:txBody>
          <a:bodyPr/>
          <a:lstStyle>
            <a:lvl1pPr>
              <a:defRPr>
                <a:solidFill>
                  <a:schemeClr val="accent5"/>
                </a:solidFill>
              </a:defRPr>
            </a:lvl1pPr>
          </a:lstStyle>
          <a:p>
            <a:fld id="{AEAA3239-9EA4-4A65-A281-97F994456D9F}" type="slidenum">
              <a:rPr lang="en-US" smtClean="0"/>
              <a:pPr/>
              <a:t>‹#›</a:t>
            </a:fld>
            <a:endParaRPr lang="en-US" dirty="0"/>
          </a:p>
        </p:txBody>
      </p:sp>
    </p:spTree>
    <p:extLst>
      <p:ext uri="{BB962C8B-B14F-4D97-AF65-F5344CB8AC3E}">
        <p14:creationId xmlns:p14="http://schemas.microsoft.com/office/powerpoint/2010/main" val="3107584417"/>
      </p:ext>
    </p:extLst>
  </p:cSld>
  <p:clrMapOvr>
    <a:overrideClrMapping bg1="dk1" tx1="lt1" bg2="dk2" tx2="lt2" accent1="accent1" accent2="accent2" accent3="accent3" accent4="accent4" accent5="accent5" accent6="accent6" hlink="hlink" folHlink="folHlink"/>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1499616" y="5029200"/>
            <a:ext cx="9198864" cy="640080"/>
          </a:xfrm>
        </p:spPr>
        <p:txBody>
          <a:bodyPr anchor="ctr">
            <a:normAutofit/>
          </a:bodyPr>
          <a:lstStyle>
            <a:lvl1pPr>
              <a:lnSpc>
                <a:spcPct val="120000"/>
              </a:lnSpc>
              <a:defRPr sz="2000" b="1" i="0" spc="0">
                <a:solidFill>
                  <a:schemeClr val="accent3"/>
                </a:solidFill>
                <a:latin typeface="+mj-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499616" y="1188720"/>
            <a:ext cx="9198864" cy="3332480"/>
          </a:xfrm>
        </p:spPr>
        <p:txBody>
          <a:bodyPr anchor="ctr">
            <a:normAutofit/>
          </a:bodyPr>
          <a:lstStyle>
            <a:lvl1pPr marL="164592" indent="-164592">
              <a:lnSpc>
                <a:spcPct val="100000"/>
              </a:lnSpc>
              <a:spcBef>
                <a:spcPts val="0"/>
              </a:spcBef>
              <a:buNone/>
              <a:defRPr sz="4800">
                <a:latin typeface="+mn-lt"/>
              </a:defRPr>
            </a:lvl1pPr>
          </a:lstStyle>
          <a:p>
            <a:pPr lvl="0"/>
            <a:r>
              <a:rPr lang="en-US" dirty="0"/>
              <a:t>Click to add Quote</a:t>
            </a:r>
          </a:p>
        </p:txBody>
      </p:sp>
      <p:sp>
        <p:nvSpPr>
          <p:cNvPr id="11" name="Footer Placeholder 10">
            <a:extLst>
              <a:ext uri="{FF2B5EF4-FFF2-40B4-BE49-F238E27FC236}">
                <a16:creationId xmlns:a16="http://schemas.microsoft.com/office/drawing/2014/main" id="{13631130-6E5E-49E0-2CBD-E94754D3F75B}"/>
              </a:ext>
            </a:extLst>
          </p:cNvPr>
          <p:cNvSpPr>
            <a:spLocks noGrp="1"/>
          </p:cNvSpPr>
          <p:nvPr>
            <p:ph type="ftr" sz="quarter" idx="15"/>
          </p:nvPr>
        </p:nvSpPr>
        <p:spPr/>
        <p:txBody>
          <a:bodyPr/>
          <a:lstStyle/>
          <a:p>
            <a:endParaRPr lang="en-US" sz="900" dirty="0"/>
          </a:p>
        </p:txBody>
      </p:sp>
      <p:sp>
        <p:nvSpPr>
          <p:cNvPr id="10" name="Date Placeholder 9">
            <a:extLst>
              <a:ext uri="{FF2B5EF4-FFF2-40B4-BE49-F238E27FC236}">
                <a16:creationId xmlns:a16="http://schemas.microsoft.com/office/drawing/2014/main" id="{F6C34576-FC8D-BC9E-CFBA-79D123C670A0}"/>
              </a:ext>
            </a:extLst>
          </p:cNvPr>
          <p:cNvSpPr>
            <a:spLocks noGrp="1"/>
          </p:cNvSpPr>
          <p:nvPr>
            <p:ph type="dt" sz="half" idx="14"/>
          </p:nvPr>
        </p:nvSpPr>
        <p:spPr/>
        <p:txBody>
          <a:bodyPr/>
          <a:lstStyle/>
          <a:p>
            <a:fld id="{FA32D114-3A62-416A-8DB9-04FC0453D181}" type="datetime1">
              <a:rPr lang="en-US" smtClean="0"/>
              <a:t>3/5/2026</a:t>
            </a:fld>
            <a:endParaRPr lang="en-US" sz="900" dirty="0"/>
          </a:p>
        </p:txBody>
      </p:sp>
      <p:sp>
        <p:nvSpPr>
          <p:cNvPr id="12" name="Slide Number Placeholder 11">
            <a:extLst>
              <a:ext uri="{FF2B5EF4-FFF2-40B4-BE49-F238E27FC236}">
                <a16:creationId xmlns:a16="http://schemas.microsoft.com/office/drawing/2014/main" id="{79801413-C7CE-D2ED-5246-79436772D727}"/>
              </a:ext>
            </a:extLst>
          </p:cNvPr>
          <p:cNvSpPr>
            <a:spLocks noGrp="1"/>
          </p:cNvSpPr>
          <p:nvPr>
            <p:ph type="sldNum" sz="quarter" idx="16"/>
          </p:nvPr>
        </p:nvSpPr>
        <p:spPr/>
        <p:txBody>
          <a:bodyPr/>
          <a:lstStyle/>
          <a:p>
            <a:fld id="{AEAA3239-9EA4-4A65-A281-97F994456D9F}" type="slidenum">
              <a:rPr lang="en-US" smtClean="0"/>
              <a:pPr/>
              <a:t>‹#›</a:t>
            </a:fld>
            <a:endParaRPr lang="en-US" sz="900" dirty="0"/>
          </a:p>
        </p:txBody>
      </p:sp>
    </p:spTree>
    <p:extLst>
      <p:ext uri="{BB962C8B-B14F-4D97-AF65-F5344CB8AC3E}">
        <p14:creationId xmlns:p14="http://schemas.microsoft.com/office/powerpoint/2010/main" val="1691585635"/>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Quote 2">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1677009" y="4955722"/>
            <a:ext cx="8863084" cy="669472"/>
          </a:xfrm>
        </p:spPr>
        <p:txBody>
          <a:bodyPr anchor="ctr">
            <a:normAutofit/>
          </a:bodyPr>
          <a:lstStyle>
            <a:lvl1pPr algn="ctr">
              <a:lnSpc>
                <a:spcPct val="120000"/>
              </a:lnSpc>
              <a:defRPr sz="2000" b="1" i="0" spc="0">
                <a:solidFill>
                  <a:schemeClr val="accent4"/>
                </a:solidFill>
                <a:latin typeface="+mj-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677008" y="1344168"/>
            <a:ext cx="8863085" cy="3291840"/>
          </a:xfrm>
        </p:spPr>
        <p:txBody>
          <a:bodyPr anchor="ctr">
            <a:normAutofit/>
          </a:bodyPr>
          <a:lstStyle>
            <a:lvl1pPr marL="164592" indent="-164592" algn="ctr">
              <a:lnSpc>
                <a:spcPct val="100000"/>
              </a:lnSpc>
              <a:spcBef>
                <a:spcPts val="0"/>
              </a:spcBef>
              <a:buNone/>
              <a:defRPr sz="4800">
                <a:solidFill>
                  <a:schemeClr val="accent5"/>
                </a:solidFill>
                <a:latin typeface="+mn-lt"/>
              </a:defRPr>
            </a:lvl1pPr>
          </a:lstStyle>
          <a:p>
            <a:pPr lvl="0"/>
            <a:r>
              <a:rPr lang="en-US" dirty="0"/>
              <a:t>Click to add Quote</a:t>
            </a:r>
          </a:p>
        </p:txBody>
      </p:sp>
      <p:sp>
        <p:nvSpPr>
          <p:cNvPr id="8" name="Footer Placeholder 7">
            <a:extLst>
              <a:ext uri="{FF2B5EF4-FFF2-40B4-BE49-F238E27FC236}">
                <a16:creationId xmlns:a16="http://schemas.microsoft.com/office/drawing/2014/main" id="{A1ED4BA2-8217-E4F1-3985-07ED463BB182}"/>
              </a:ext>
            </a:extLst>
          </p:cNvPr>
          <p:cNvSpPr>
            <a:spLocks noGrp="1"/>
          </p:cNvSpPr>
          <p:nvPr>
            <p:ph type="ftr" sz="quarter" idx="15"/>
          </p:nvPr>
        </p:nvSpPr>
        <p:spPr/>
        <p:txBody>
          <a:bodyPr/>
          <a:lstStyle>
            <a:lvl1pPr>
              <a:defRPr>
                <a:solidFill>
                  <a:schemeClr val="accent5"/>
                </a:solidFill>
              </a:defRPr>
            </a:lvl1pPr>
          </a:lstStyle>
          <a:p>
            <a:endParaRPr lang="en-US" dirty="0"/>
          </a:p>
        </p:txBody>
      </p:sp>
      <p:sp>
        <p:nvSpPr>
          <p:cNvPr id="6" name="Date Placeholder 5">
            <a:extLst>
              <a:ext uri="{FF2B5EF4-FFF2-40B4-BE49-F238E27FC236}">
                <a16:creationId xmlns:a16="http://schemas.microsoft.com/office/drawing/2014/main" id="{20985B1D-F04F-8CE5-8ECA-5DD078E4BE6D}"/>
              </a:ext>
            </a:extLst>
          </p:cNvPr>
          <p:cNvSpPr>
            <a:spLocks noGrp="1"/>
          </p:cNvSpPr>
          <p:nvPr>
            <p:ph type="dt" sz="half" idx="14"/>
          </p:nvPr>
        </p:nvSpPr>
        <p:spPr/>
        <p:txBody>
          <a:bodyPr/>
          <a:lstStyle>
            <a:lvl1pPr>
              <a:defRPr>
                <a:solidFill>
                  <a:schemeClr val="accent5"/>
                </a:solidFill>
              </a:defRPr>
            </a:lvl1pPr>
          </a:lstStyle>
          <a:p>
            <a:fld id="{2798C5F0-ACA7-492C-9525-49D0F5FBBF60}" type="datetime1">
              <a:rPr lang="en-US" smtClean="0"/>
              <a:t>3/5/2026</a:t>
            </a:fld>
            <a:endParaRPr lang="en-US" dirty="0"/>
          </a:p>
        </p:txBody>
      </p:sp>
      <p:sp>
        <p:nvSpPr>
          <p:cNvPr id="9" name="Slide Number Placeholder 8">
            <a:extLst>
              <a:ext uri="{FF2B5EF4-FFF2-40B4-BE49-F238E27FC236}">
                <a16:creationId xmlns:a16="http://schemas.microsoft.com/office/drawing/2014/main" id="{75C980F6-2991-82D6-64DF-4B1D50E66E06}"/>
              </a:ext>
            </a:extLst>
          </p:cNvPr>
          <p:cNvSpPr>
            <a:spLocks noGrp="1"/>
          </p:cNvSpPr>
          <p:nvPr>
            <p:ph type="sldNum" sz="quarter" idx="16"/>
          </p:nvPr>
        </p:nvSpPr>
        <p:spPr>
          <a:solidFill>
            <a:schemeClr val="accent1">
              <a:lumMod val="90000"/>
              <a:lumOff val="10000"/>
            </a:schemeClr>
          </a:solidFill>
        </p:spPr>
        <p:txBody>
          <a:bodyPr/>
          <a:lstStyle>
            <a:lvl1pPr>
              <a:defRPr>
                <a:solidFill>
                  <a:schemeClr val="accent5"/>
                </a:solidFill>
              </a:defRPr>
            </a:lvl1pPr>
          </a:lstStyle>
          <a:p>
            <a:fld id="{AEAA3239-9EA4-4A65-A281-97F994456D9F}" type="slidenum">
              <a:rPr lang="en-US" smtClean="0"/>
              <a:pPr/>
              <a:t>‹#›</a:t>
            </a:fld>
            <a:endParaRPr lang="en-US" dirty="0"/>
          </a:p>
        </p:txBody>
      </p:sp>
    </p:spTree>
    <p:extLst>
      <p:ext uri="{BB962C8B-B14F-4D97-AF65-F5344CB8AC3E}">
        <p14:creationId xmlns:p14="http://schemas.microsoft.com/office/powerpoint/2010/main" val="2150090031"/>
      </p:ext>
    </p:extLst>
  </p:cSld>
  <p:clrMapOvr>
    <a:overrideClrMapping bg1="dk1" tx1="lt1" bg2="dk2" tx2="lt2" accent1="accent1" accent2="accent2" accent3="accent3" accent4="accent4" accent5="accent5" accent6="accent6" hlink="hlink" folHlink="folHlink"/>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Quot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4707468" y="4893733"/>
            <a:ext cx="5638800" cy="788610"/>
          </a:xfrm>
        </p:spPr>
        <p:txBody>
          <a:bodyPr anchor="ctr">
            <a:normAutofit/>
          </a:bodyPr>
          <a:lstStyle>
            <a:lvl1pPr algn="r">
              <a:lnSpc>
                <a:spcPct val="120000"/>
              </a:lnSpc>
              <a:defRPr sz="2000" b="1" i="0" spc="0">
                <a:solidFill>
                  <a:schemeClr val="accent1"/>
                </a:solidFill>
                <a:latin typeface="+mj-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862666" y="1388534"/>
            <a:ext cx="8483601" cy="3371246"/>
          </a:xfrm>
        </p:spPr>
        <p:txBody>
          <a:bodyPr anchor="ctr">
            <a:normAutofit/>
          </a:bodyPr>
          <a:lstStyle>
            <a:lvl1pPr marL="164592" indent="-164592">
              <a:lnSpc>
                <a:spcPct val="110000"/>
              </a:lnSpc>
              <a:spcBef>
                <a:spcPts val="0"/>
              </a:spcBef>
              <a:buNone/>
              <a:defRPr sz="5400">
                <a:solidFill>
                  <a:schemeClr val="accent1"/>
                </a:solidFill>
                <a:latin typeface="+mn-lt"/>
              </a:defRPr>
            </a:lvl1pPr>
          </a:lstStyle>
          <a:p>
            <a:pPr lvl="0"/>
            <a:r>
              <a:rPr lang="en-US" dirty="0"/>
              <a:t>Click to add Quote</a:t>
            </a:r>
          </a:p>
        </p:txBody>
      </p:sp>
      <p:sp>
        <p:nvSpPr>
          <p:cNvPr id="11" name="Footer Placeholder 10">
            <a:extLst>
              <a:ext uri="{FF2B5EF4-FFF2-40B4-BE49-F238E27FC236}">
                <a16:creationId xmlns:a16="http://schemas.microsoft.com/office/drawing/2014/main" id="{1F53C451-001F-5730-91EB-CE3683BD9989}"/>
              </a:ext>
            </a:extLst>
          </p:cNvPr>
          <p:cNvSpPr>
            <a:spLocks noGrp="1"/>
          </p:cNvSpPr>
          <p:nvPr>
            <p:ph type="ftr" sz="quarter" idx="15"/>
          </p:nvPr>
        </p:nvSpPr>
        <p:spPr/>
        <p:txBody>
          <a:bodyPr/>
          <a:lstStyle/>
          <a:p>
            <a:endParaRPr lang="en-US" sz="900" dirty="0"/>
          </a:p>
        </p:txBody>
      </p:sp>
      <p:sp>
        <p:nvSpPr>
          <p:cNvPr id="10" name="Date Placeholder 9">
            <a:extLst>
              <a:ext uri="{FF2B5EF4-FFF2-40B4-BE49-F238E27FC236}">
                <a16:creationId xmlns:a16="http://schemas.microsoft.com/office/drawing/2014/main" id="{5EF02229-BED1-8CF1-37B7-C194BEA8DCE6}"/>
              </a:ext>
            </a:extLst>
          </p:cNvPr>
          <p:cNvSpPr>
            <a:spLocks noGrp="1"/>
          </p:cNvSpPr>
          <p:nvPr>
            <p:ph type="dt" sz="half" idx="14"/>
          </p:nvPr>
        </p:nvSpPr>
        <p:spPr/>
        <p:txBody>
          <a:bodyPr/>
          <a:lstStyle/>
          <a:p>
            <a:fld id="{2DBEDBDA-227C-41DF-A0C4-903DF2F99D15}" type="datetime1">
              <a:rPr lang="en-US" smtClean="0"/>
              <a:t>3/5/2026</a:t>
            </a:fld>
            <a:endParaRPr lang="en-US" sz="900" dirty="0"/>
          </a:p>
        </p:txBody>
      </p:sp>
      <p:sp>
        <p:nvSpPr>
          <p:cNvPr id="12" name="Slide Number Placeholder 11">
            <a:extLst>
              <a:ext uri="{FF2B5EF4-FFF2-40B4-BE49-F238E27FC236}">
                <a16:creationId xmlns:a16="http://schemas.microsoft.com/office/drawing/2014/main" id="{FB094225-DC44-88E5-DDBA-DEA1B118441A}"/>
              </a:ext>
            </a:extLst>
          </p:cNvPr>
          <p:cNvSpPr>
            <a:spLocks noGrp="1"/>
          </p:cNvSpPr>
          <p:nvPr>
            <p:ph type="sldNum" sz="quarter" idx="16"/>
          </p:nvPr>
        </p:nvSpPr>
        <p:spPr/>
        <p:txBody>
          <a:bodyPr/>
          <a:lstStyle/>
          <a:p>
            <a:fld id="{AEAA3239-9EA4-4A65-A281-97F994456D9F}" type="slidenum">
              <a:rPr lang="en-US" smtClean="0"/>
              <a:pPr/>
              <a:t>‹#›</a:t>
            </a:fld>
            <a:endParaRPr lang="en-US" sz="900" dirty="0"/>
          </a:p>
        </p:txBody>
      </p:sp>
    </p:spTree>
    <p:extLst>
      <p:ext uri="{BB962C8B-B14F-4D97-AF65-F5344CB8AC3E}">
        <p14:creationId xmlns:p14="http://schemas.microsoft.com/office/powerpoint/2010/main" val="2626671631"/>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85800" y="685800"/>
            <a:ext cx="10789920" cy="1188720"/>
          </a:xfrm>
        </p:spPr>
        <p:txBody>
          <a:bodyPr anchor="b"/>
          <a:lstStyle>
            <a:lvl1pPr>
              <a:defRPr>
                <a:solidFill>
                  <a:schemeClr val="accent3"/>
                </a:solidFill>
              </a:defRPr>
            </a:lvl1pPr>
          </a:lstStyle>
          <a:p>
            <a:r>
              <a:rPr lang="en-US" dirty="0"/>
              <a:t>Click to edit Master title style</a:t>
            </a:r>
          </a:p>
        </p:txBody>
      </p:sp>
      <p:sp>
        <p:nvSpPr>
          <p:cNvPr id="4" name="Content Placeholder 3">
            <a:extLst>
              <a:ext uri="{FF2B5EF4-FFF2-40B4-BE49-F238E27FC236}">
                <a16:creationId xmlns:a16="http://schemas.microsoft.com/office/drawing/2014/main" id="{6627D5A5-84C3-7EDE-A8EB-2DE057DE46AB}"/>
              </a:ext>
            </a:extLst>
          </p:cNvPr>
          <p:cNvSpPr>
            <a:spLocks noGrp="1"/>
          </p:cNvSpPr>
          <p:nvPr>
            <p:ph sz="quarter" idx="15"/>
          </p:nvPr>
        </p:nvSpPr>
        <p:spPr>
          <a:xfrm>
            <a:off x="685800" y="2011680"/>
            <a:ext cx="5074920" cy="42062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9">
            <a:extLst>
              <a:ext uri="{FF2B5EF4-FFF2-40B4-BE49-F238E27FC236}">
                <a16:creationId xmlns:a16="http://schemas.microsoft.com/office/drawing/2014/main" id="{D54150AE-A7C6-D328-35D7-F5B840930E3B}"/>
              </a:ext>
            </a:extLst>
          </p:cNvPr>
          <p:cNvSpPr>
            <a:spLocks noGrp="1"/>
          </p:cNvSpPr>
          <p:nvPr>
            <p:ph sz="quarter" idx="16"/>
          </p:nvPr>
        </p:nvSpPr>
        <p:spPr>
          <a:xfrm>
            <a:off x="6430963" y="2011680"/>
            <a:ext cx="5075237" cy="420624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Footer Placeholder 11">
            <a:extLst>
              <a:ext uri="{FF2B5EF4-FFF2-40B4-BE49-F238E27FC236}">
                <a16:creationId xmlns:a16="http://schemas.microsoft.com/office/drawing/2014/main" id="{F59911E2-7BDF-655C-A107-1BA817F14AFC}"/>
              </a:ext>
            </a:extLst>
          </p:cNvPr>
          <p:cNvSpPr>
            <a:spLocks noGrp="1"/>
          </p:cNvSpPr>
          <p:nvPr>
            <p:ph type="ftr" sz="quarter" idx="18"/>
          </p:nvPr>
        </p:nvSpPr>
        <p:spPr/>
        <p:txBody>
          <a:bodyPr/>
          <a:lstStyle/>
          <a:p>
            <a:endParaRPr lang="en-US" sz="900" dirty="0"/>
          </a:p>
        </p:txBody>
      </p:sp>
      <p:sp>
        <p:nvSpPr>
          <p:cNvPr id="11" name="Date Placeholder 10">
            <a:extLst>
              <a:ext uri="{FF2B5EF4-FFF2-40B4-BE49-F238E27FC236}">
                <a16:creationId xmlns:a16="http://schemas.microsoft.com/office/drawing/2014/main" id="{77469F7E-DA26-B77A-24F9-A4A8A2CE5831}"/>
              </a:ext>
            </a:extLst>
          </p:cNvPr>
          <p:cNvSpPr>
            <a:spLocks noGrp="1"/>
          </p:cNvSpPr>
          <p:nvPr>
            <p:ph type="dt" sz="half" idx="17"/>
          </p:nvPr>
        </p:nvSpPr>
        <p:spPr/>
        <p:txBody>
          <a:bodyPr/>
          <a:lstStyle/>
          <a:p>
            <a:fld id="{E4E981A1-C564-488D-B4B6-3CC796C959F2}" type="datetime1">
              <a:rPr lang="en-US" smtClean="0"/>
              <a:t>3/5/2026</a:t>
            </a:fld>
            <a:endParaRPr lang="en-US" sz="900" dirty="0"/>
          </a:p>
        </p:txBody>
      </p:sp>
      <p:sp>
        <p:nvSpPr>
          <p:cNvPr id="13" name="Slide Number Placeholder 12">
            <a:extLst>
              <a:ext uri="{FF2B5EF4-FFF2-40B4-BE49-F238E27FC236}">
                <a16:creationId xmlns:a16="http://schemas.microsoft.com/office/drawing/2014/main" id="{7A3FC417-2883-CB13-B3D3-A80CEA07C35D}"/>
              </a:ext>
            </a:extLst>
          </p:cNvPr>
          <p:cNvSpPr>
            <a:spLocks noGrp="1"/>
          </p:cNvSpPr>
          <p:nvPr>
            <p:ph type="sldNum" sz="quarter" idx="19"/>
          </p:nvPr>
        </p:nvSpPr>
        <p:spPr/>
        <p:txBody>
          <a:bodyPr/>
          <a:lstStyle/>
          <a:p>
            <a:fld id="{AEAA3239-9EA4-4A65-A281-97F994456D9F}" type="slidenum">
              <a:rPr lang="en-US" smtClean="0"/>
              <a:pPr/>
              <a:t>‹#›</a:t>
            </a:fld>
            <a:endParaRPr lang="en-US" sz="900" dirty="0"/>
          </a:p>
        </p:txBody>
      </p:sp>
    </p:spTree>
    <p:extLst>
      <p:ext uri="{BB962C8B-B14F-4D97-AF65-F5344CB8AC3E}">
        <p14:creationId xmlns:p14="http://schemas.microsoft.com/office/powerpoint/2010/main" val="299561652"/>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Comparison">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685800" y="685800"/>
            <a:ext cx="10789920" cy="1188720"/>
          </a:xfrm>
        </p:spPr>
        <p:txBody>
          <a:bodyPr anchor="b"/>
          <a:lstStyle>
            <a:lvl1pPr>
              <a:defRPr>
                <a:solidFill>
                  <a:schemeClr val="accent5"/>
                </a:solidFill>
              </a:defRPr>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85800" y="2011680"/>
            <a:ext cx="5074920" cy="559834"/>
          </a:xfrm>
        </p:spPr>
        <p:txBody>
          <a:bodyPr anchor="b">
            <a:normAutofit/>
          </a:bodyPr>
          <a:lstStyle>
            <a:lvl1pPr marL="0" indent="0">
              <a:lnSpc>
                <a:spcPct val="90000"/>
              </a:lnSpc>
              <a:buNone/>
              <a:defRPr sz="16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76AAF7-C632-FCD0-6A60-E0EA4A52F229}"/>
              </a:ext>
            </a:extLst>
          </p:cNvPr>
          <p:cNvSpPr>
            <a:spLocks noGrp="1"/>
          </p:cNvSpPr>
          <p:nvPr>
            <p:ph sz="quarter" idx="15"/>
          </p:nvPr>
        </p:nvSpPr>
        <p:spPr>
          <a:xfrm>
            <a:off x="685800" y="2651760"/>
            <a:ext cx="5075238" cy="3566160"/>
          </a:xfrm>
        </p:spPr>
        <p:txBody>
          <a:bodyPr/>
          <a:lstStyle>
            <a:lvl1pPr>
              <a:defRPr>
                <a:solidFill>
                  <a:schemeClr val="accent4"/>
                </a:solidFill>
              </a:defRPr>
            </a:lvl1pPr>
            <a:lvl2pPr>
              <a:defRPr>
                <a:solidFill>
                  <a:schemeClr val="accent4"/>
                </a:solidFill>
              </a:defRPr>
            </a:lvl2pPr>
            <a:lvl3pPr>
              <a:defRPr>
                <a:solidFill>
                  <a:schemeClr val="accent4"/>
                </a:solidFill>
              </a:defRPr>
            </a:lvl3pPr>
            <a:lvl4pPr>
              <a:defRPr>
                <a:solidFill>
                  <a:schemeClr val="accent4"/>
                </a:solidFill>
              </a:defRPr>
            </a:lvl4pPr>
            <a:lvl5pPr>
              <a:defRPr>
                <a:solidFill>
                  <a:schemeClr val="accent4"/>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431280" y="2011680"/>
            <a:ext cx="5074920" cy="559834"/>
          </a:xfrm>
        </p:spPr>
        <p:txBody>
          <a:bodyPr anchor="b">
            <a:normAutofit/>
          </a:bodyPr>
          <a:lstStyle>
            <a:lvl1pPr marL="0" indent="0">
              <a:lnSpc>
                <a:spcPct val="90000"/>
              </a:lnSpc>
              <a:buNone/>
              <a:defRPr sz="16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11">
            <a:extLst>
              <a:ext uri="{FF2B5EF4-FFF2-40B4-BE49-F238E27FC236}">
                <a16:creationId xmlns:a16="http://schemas.microsoft.com/office/drawing/2014/main" id="{CD998360-6973-27D8-8B08-ACAE10572B32}"/>
              </a:ext>
            </a:extLst>
          </p:cNvPr>
          <p:cNvSpPr>
            <a:spLocks noGrp="1"/>
          </p:cNvSpPr>
          <p:nvPr>
            <p:ph sz="quarter" idx="16"/>
          </p:nvPr>
        </p:nvSpPr>
        <p:spPr>
          <a:xfrm>
            <a:off x="6430644" y="2651760"/>
            <a:ext cx="5075556" cy="3566160"/>
          </a:xfrm>
        </p:spPr>
        <p:txBody>
          <a:bodyPr/>
          <a:lstStyle>
            <a:lvl1pPr>
              <a:defRPr>
                <a:solidFill>
                  <a:schemeClr val="accent4"/>
                </a:solidFill>
              </a:defRPr>
            </a:lvl1pPr>
            <a:lvl2pPr>
              <a:defRPr>
                <a:solidFill>
                  <a:schemeClr val="accent4"/>
                </a:solidFill>
              </a:defRPr>
            </a:lvl2pPr>
            <a:lvl3pPr>
              <a:defRPr>
                <a:solidFill>
                  <a:schemeClr val="accent4"/>
                </a:solidFill>
              </a:defRPr>
            </a:lvl3pPr>
            <a:lvl4pPr>
              <a:defRPr>
                <a:solidFill>
                  <a:schemeClr val="accent4"/>
                </a:solidFill>
              </a:defRPr>
            </a:lvl4pPr>
            <a:lvl5pPr>
              <a:defRPr>
                <a:solidFill>
                  <a:schemeClr val="accent4"/>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Footer Placeholder 13">
            <a:extLst>
              <a:ext uri="{FF2B5EF4-FFF2-40B4-BE49-F238E27FC236}">
                <a16:creationId xmlns:a16="http://schemas.microsoft.com/office/drawing/2014/main" id="{2B39D6C5-BE49-C661-9547-60F27AEF1145}"/>
              </a:ext>
            </a:extLst>
          </p:cNvPr>
          <p:cNvSpPr>
            <a:spLocks noGrp="1"/>
          </p:cNvSpPr>
          <p:nvPr>
            <p:ph type="ftr" sz="quarter" idx="18"/>
          </p:nvPr>
        </p:nvSpPr>
        <p:spPr/>
        <p:txBody>
          <a:bodyPr/>
          <a:lstStyle/>
          <a:p>
            <a:endParaRPr lang="en-US" sz="900" dirty="0"/>
          </a:p>
        </p:txBody>
      </p:sp>
      <p:sp>
        <p:nvSpPr>
          <p:cNvPr id="13" name="Date Placeholder 12">
            <a:extLst>
              <a:ext uri="{FF2B5EF4-FFF2-40B4-BE49-F238E27FC236}">
                <a16:creationId xmlns:a16="http://schemas.microsoft.com/office/drawing/2014/main" id="{358AA496-C21D-D9BA-4441-CB0D35E3388E}"/>
              </a:ext>
            </a:extLst>
          </p:cNvPr>
          <p:cNvSpPr>
            <a:spLocks noGrp="1"/>
          </p:cNvSpPr>
          <p:nvPr>
            <p:ph type="dt" sz="half" idx="17"/>
          </p:nvPr>
        </p:nvSpPr>
        <p:spPr/>
        <p:txBody>
          <a:bodyPr/>
          <a:lstStyle/>
          <a:p>
            <a:fld id="{24BB9295-C80A-4AE3-BDE6-0BC5A09672FF}" type="datetime1">
              <a:rPr lang="en-US" smtClean="0"/>
              <a:t>3/5/2026</a:t>
            </a:fld>
            <a:endParaRPr lang="en-US" sz="900" dirty="0"/>
          </a:p>
        </p:txBody>
      </p:sp>
      <p:sp>
        <p:nvSpPr>
          <p:cNvPr id="15" name="Slide Number Placeholder 14">
            <a:extLst>
              <a:ext uri="{FF2B5EF4-FFF2-40B4-BE49-F238E27FC236}">
                <a16:creationId xmlns:a16="http://schemas.microsoft.com/office/drawing/2014/main" id="{A14FF259-D602-DA0A-DF2B-6CE86DB8CD7D}"/>
              </a:ext>
            </a:extLst>
          </p:cNvPr>
          <p:cNvSpPr>
            <a:spLocks noGrp="1"/>
          </p:cNvSpPr>
          <p:nvPr>
            <p:ph type="sldNum" sz="quarter" idx="19"/>
          </p:nvPr>
        </p:nvSpPr>
        <p:spPr/>
        <p:txBody>
          <a:bodyPr/>
          <a:lstStyle/>
          <a:p>
            <a:fld id="{AEAA3239-9EA4-4A65-A281-97F994456D9F}" type="slidenum">
              <a:rPr lang="en-US" smtClean="0"/>
              <a:pPr/>
              <a:t>‹#›</a:t>
            </a:fld>
            <a:endParaRPr lang="en-US" sz="900" dirty="0"/>
          </a:p>
        </p:txBody>
      </p:sp>
    </p:spTree>
    <p:extLst>
      <p:ext uri="{BB962C8B-B14F-4D97-AF65-F5344CB8AC3E}">
        <p14:creationId xmlns:p14="http://schemas.microsoft.com/office/powerpoint/2010/main" val="3626582165"/>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685800" y="685799"/>
            <a:ext cx="10789920" cy="1188720"/>
          </a:xfrm>
        </p:spPr>
        <p:txBody>
          <a:bodyPr anchor="t"/>
          <a:lstStyle/>
          <a:p>
            <a:r>
              <a:rPr lang="en-US"/>
              <a:t>Click to edit Master title style</a:t>
            </a:r>
            <a:endParaRPr lang="en-US" dirty="0"/>
          </a:p>
        </p:txBody>
      </p:sp>
      <p:sp>
        <p:nvSpPr>
          <p:cNvPr id="10" name="Footer Placeholder 9">
            <a:extLst>
              <a:ext uri="{FF2B5EF4-FFF2-40B4-BE49-F238E27FC236}">
                <a16:creationId xmlns:a16="http://schemas.microsoft.com/office/drawing/2014/main" id="{F6083F3C-184F-9AB4-3CF8-AB7B6B28E8FF}"/>
              </a:ext>
            </a:extLst>
          </p:cNvPr>
          <p:cNvSpPr>
            <a:spLocks noGrp="1"/>
          </p:cNvSpPr>
          <p:nvPr>
            <p:ph type="ftr" sz="quarter" idx="11"/>
          </p:nvPr>
        </p:nvSpPr>
        <p:spPr/>
        <p:txBody>
          <a:bodyPr/>
          <a:lstStyle/>
          <a:p>
            <a:endParaRPr lang="en-US" sz="900" dirty="0"/>
          </a:p>
        </p:txBody>
      </p:sp>
      <p:sp>
        <p:nvSpPr>
          <p:cNvPr id="9" name="Date Placeholder 8">
            <a:extLst>
              <a:ext uri="{FF2B5EF4-FFF2-40B4-BE49-F238E27FC236}">
                <a16:creationId xmlns:a16="http://schemas.microsoft.com/office/drawing/2014/main" id="{5B003226-9C9B-760D-F310-838151EA35F0}"/>
              </a:ext>
            </a:extLst>
          </p:cNvPr>
          <p:cNvSpPr>
            <a:spLocks noGrp="1"/>
          </p:cNvSpPr>
          <p:nvPr>
            <p:ph type="dt" sz="half" idx="10"/>
          </p:nvPr>
        </p:nvSpPr>
        <p:spPr/>
        <p:txBody>
          <a:bodyPr/>
          <a:lstStyle/>
          <a:p>
            <a:fld id="{DA2ABAB1-FF50-40B7-87E8-FB60025711CA}" type="datetime1">
              <a:rPr lang="en-US" smtClean="0"/>
              <a:t>3/5/2026</a:t>
            </a:fld>
            <a:endParaRPr lang="en-US" sz="900" dirty="0"/>
          </a:p>
        </p:txBody>
      </p:sp>
      <p:sp>
        <p:nvSpPr>
          <p:cNvPr id="11" name="Slide Number Placeholder 10">
            <a:extLst>
              <a:ext uri="{FF2B5EF4-FFF2-40B4-BE49-F238E27FC236}">
                <a16:creationId xmlns:a16="http://schemas.microsoft.com/office/drawing/2014/main" id="{AD8E6416-8BD1-7EAC-101A-165523AED7E9}"/>
              </a:ext>
            </a:extLst>
          </p:cNvPr>
          <p:cNvSpPr>
            <a:spLocks noGrp="1"/>
          </p:cNvSpPr>
          <p:nvPr>
            <p:ph type="sldNum" sz="quarter" idx="12"/>
          </p:nvPr>
        </p:nvSpPr>
        <p:spPr/>
        <p:txBody>
          <a:bodyPr/>
          <a:lstStyle/>
          <a:p>
            <a:fld id="{AEAA3239-9EA4-4A65-A281-97F994456D9F}" type="slidenum">
              <a:rPr lang="en-US" smtClean="0"/>
              <a:pPr/>
              <a:t>‹#›</a:t>
            </a:fld>
            <a:endParaRPr lang="en-US" sz="900" dirty="0"/>
          </a:p>
        </p:txBody>
      </p:sp>
    </p:spTree>
    <p:extLst>
      <p:ext uri="{BB962C8B-B14F-4D97-AF65-F5344CB8AC3E}">
        <p14:creationId xmlns:p14="http://schemas.microsoft.com/office/powerpoint/2010/main" val="144997382"/>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9" name="Footer Placeholder 8">
            <a:extLst>
              <a:ext uri="{FF2B5EF4-FFF2-40B4-BE49-F238E27FC236}">
                <a16:creationId xmlns:a16="http://schemas.microsoft.com/office/drawing/2014/main" id="{7988658D-22AE-BD1E-2194-23A4DEE178E8}"/>
              </a:ext>
            </a:extLst>
          </p:cNvPr>
          <p:cNvSpPr>
            <a:spLocks noGrp="1"/>
          </p:cNvSpPr>
          <p:nvPr>
            <p:ph type="ftr" sz="quarter" idx="11"/>
          </p:nvPr>
        </p:nvSpPr>
        <p:spPr/>
        <p:txBody>
          <a:bodyPr/>
          <a:lstStyle/>
          <a:p>
            <a:endParaRPr lang="en-US" sz="900" dirty="0"/>
          </a:p>
        </p:txBody>
      </p:sp>
      <p:sp>
        <p:nvSpPr>
          <p:cNvPr id="8" name="Date Placeholder 7">
            <a:extLst>
              <a:ext uri="{FF2B5EF4-FFF2-40B4-BE49-F238E27FC236}">
                <a16:creationId xmlns:a16="http://schemas.microsoft.com/office/drawing/2014/main" id="{7611BE8B-2319-4D2A-B61B-A76F79C11B43}"/>
              </a:ext>
            </a:extLst>
          </p:cNvPr>
          <p:cNvSpPr>
            <a:spLocks noGrp="1"/>
          </p:cNvSpPr>
          <p:nvPr>
            <p:ph type="dt" sz="half" idx="10"/>
          </p:nvPr>
        </p:nvSpPr>
        <p:spPr/>
        <p:txBody>
          <a:bodyPr/>
          <a:lstStyle/>
          <a:p>
            <a:fld id="{E064D98F-2C05-462A-8334-F2E41A8BBA46}" type="datetime1">
              <a:rPr lang="en-US" smtClean="0"/>
              <a:t>3/5/2026</a:t>
            </a:fld>
            <a:endParaRPr lang="en-US" sz="900" dirty="0"/>
          </a:p>
        </p:txBody>
      </p:sp>
      <p:sp>
        <p:nvSpPr>
          <p:cNvPr id="10" name="Slide Number Placeholder 9">
            <a:extLst>
              <a:ext uri="{FF2B5EF4-FFF2-40B4-BE49-F238E27FC236}">
                <a16:creationId xmlns:a16="http://schemas.microsoft.com/office/drawing/2014/main" id="{FE9B630E-4992-25E4-131E-3732411818F5}"/>
              </a:ext>
            </a:extLst>
          </p:cNvPr>
          <p:cNvSpPr>
            <a:spLocks noGrp="1"/>
          </p:cNvSpPr>
          <p:nvPr>
            <p:ph type="sldNum" sz="quarter" idx="12"/>
          </p:nvPr>
        </p:nvSpPr>
        <p:spPr/>
        <p:txBody>
          <a:bodyPr/>
          <a:lstStyle/>
          <a:p>
            <a:fld id="{AEAA3239-9EA4-4A65-A281-97F994456D9F}" type="slidenum">
              <a:rPr lang="en-US" smtClean="0"/>
              <a:pPr/>
              <a:t>‹#›</a:t>
            </a:fld>
            <a:endParaRPr lang="en-US" sz="900" dirty="0"/>
          </a:p>
        </p:txBody>
      </p:sp>
    </p:spTree>
    <p:extLst>
      <p:ext uri="{BB962C8B-B14F-4D97-AF65-F5344CB8AC3E}">
        <p14:creationId xmlns:p14="http://schemas.microsoft.com/office/powerpoint/2010/main" val="1718526558"/>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685800" y="685800"/>
            <a:ext cx="3595634" cy="1757505"/>
          </a:xfrm>
        </p:spPr>
        <p:txBody>
          <a:bodyPr anchor="t">
            <a:normAutofit/>
          </a:bodyPr>
          <a:lstStyle>
            <a:lvl1pPr>
              <a:defRPr sz="2800"/>
            </a:lvl1p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4758922" y="685800"/>
            <a:ext cx="6716798" cy="1783080"/>
          </a:xfrm>
        </p:spPr>
        <p:txBody>
          <a:bodyPr anchor="t">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685800" y="2743200"/>
            <a:ext cx="10789920" cy="327660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Footer Placeholder 11">
            <a:extLst>
              <a:ext uri="{FF2B5EF4-FFF2-40B4-BE49-F238E27FC236}">
                <a16:creationId xmlns:a16="http://schemas.microsoft.com/office/drawing/2014/main" id="{2116188E-994D-4106-FFA0-FA5FAE5222A4}"/>
              </a:ext>
            </a:extLst>
          </p:cNvPr>
          <p:cNvSpPr>
            <a:spLocks noGrp="1"/>
          </p:cNvSpPr>
          <p:nvPr>
            <p:ph type="ftr" sz="quarter" idx="11"/>
          </p:nvPr>
        </p:nvSpPr>
        <p:spPr/>
        <p:txBody>
          <a:bodyPr/>
          <a:lstStyle/>
          <a:p>
            <a:endParaRPr lang="en-US" sz="900" dirty="0"/>
          </a:p>
        </p:txBody>
      </p:sp>
      <p:sp>
        <p:nvSpPr>
          <p:cNvPr id="11" name="Date Placeholder 10">
            <a:extLst>
              <a:ext uri="{FF2B5EF4-FFF2-40B4-BE49-F238E27FC236}">
                <a16:creationId xmlns:a16="http://schemas.microsoft.com/office/drawing/2014/main" id="{E69C042F-DD36-4382-89A5-D5F37D9AFE39}"/>
              </a:ext>
            </a:extLst>
          </p:cNvPr>
          <p:cNvSpPr>
            <a:spLocks noGrp="1"/>
          </p:cNvSpPr>
          <p:nvPr>
            <p:ph type="dt" sz="half" idx="10"/>
          </p:nvPr>
        </p:nvSpPr>
        <p:spPr/>
        <p:txBody>
          <a:bodyPr/>
          <a:lstStyle/>
          <a:p>
            <a:fld id="{9A5EAA51-F9B0-4C5F-805D-33E4EEE70560}" type="datetime1">
              <a:rPr lang="en-US" smtClean="0"/>
              <a:t>3/5/2026</a:t>
            </a:fld>
            <a:endParaRPr lang="en-US" sz="900" dirty="0"/>
          </a:p>
        </p:txBody>
      </p:sp>
      <p:sp>
        <p:nvSpPr>
          <p:cNvPr id="13" name="Slide Number Placeholder 12">
            <a:extLst>
              <a:ext uri="{FF2B5EF4-FFF2-40B4-BE49-F238E27FC236}">
                <a16:creationId xmlns:a16="http://schemas.microsoft.com/office/drawing/2014/main" id="{881B1974-8A9A-3A32-983C-2F7ABFD3993D}"/>
              </a:ext>
            </a:extLst>
          </p:cNvPr>
          <p:cNvSpPr>
            <a:spLocks noGrp="1"/>
          </p:cNvSpPr>
          <p:nvPr>
            <p:ph type="sldNum" sz="quarter" idx="12"/>
          </p:nvPr>
        </p:nvSpPr>
        <p:spPr/>
        <p:txBody>
          <a:bodyPr/>
          <a:lstStyle/>
          <a:p>
            <a:fld id="{AEAA3239-9EA4-4A65-A281-97F994456D9F}" type="slidenum">
              <a:rPr lang="en-US" smtClean="0"/>
              <a:pPr/>
              <a:t>‹#›</a:t>
            </a:fld>
            <a:endParaRPr lang="en-US" sz="900" dirty="0"/>
          </a:p>
        </p:txBody>
      </p:sp>
    </p:spTree>
    <p:extLst>
      <p:ext uri="{BB962C8B-B14F-4D97-AF65-F5344CB8AC3E}">
        <p14:creationId xmlns:p14="http://schemas.microsoft.com/office/powerpoint/2010/main" val="3766670961"/>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685800" y="685800"/>
            <a:ext cx="3595634" cy="1762083"/>
          </a:xfrm>
        </p:spPr>
        <p:txBody>
          <a:bodyPr anchor="t">
            <a:normAutofit/>
          </a:bodyPr>
          <a:lstStyle>
            <a:lvl1pPr>
              <a:defRPr sz="2800"/>
            </a:lvl1pPr>
          </a:lstStyle>
          <a:p>
            <a:r>
              <a:rPr lang="en-US" dirty="0"/>
              <a:t>Click to edit Master title style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85800" y="2826136"/>
            <a:ext cx="3585586" cy="3483223"/>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hasCustomPrompt="1"/>
          </p:nvPr>
        </p:nvSpPr>
        <p:spPr>
          <a:xfrm>
            <a:off x="5181221" y="557785"/>
            <a:ext cx="6462855" cy="5729164"/>
          </a:xfrm>
          <a:blipFill dpi="0" rotWithShape="1">
            <a:blip r:embed="rId2">
              <a:alphaModFix amt="60000"/>
            </a:blip>
            <a:srcRect/>
            <a:stretch>
              <a:fillRect/>
            </a:stretch>
          </a:blipFill>
        </p:spPr>
        <p:txBody>
          <a:bodyPr>
            <a:normAutofit/>
          </a:bodyPr>
          <a:lstStyle>
            <a:lvl1pPr marL="0" indent="0">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   </a:t>
            </a:r>
          </a:p>
        </p:txBody>
      </p:sp>
      <p:sp>
        <p:nvSpPr>
          <p:cNvPr id="12" name="Footer Placeholder 11">
            <a:extLst>
              <a:ext uri="{FF2B5EF4-FFF2-40B4-BE49-F238E27FC236}">
                <a16:creationId xmlns:a16="http://schemas.microsoft.com/office/drawing/2014/main" id="{344F0780-CE7B-8466-F8D7-A8B139060BF8}"/>
              </a:ext>
            </a:extLst>
          </p:cNvPr>
          <p:cNvSpPr>
            <a:spLocks noGrp="1"/>
          </p:cNvSpPr>
          <p:nvPr>
            <p:ph type="ftr" sz="quarter" idx="11"/>
          </p:nvPr>
        </p:nvSpPr>
        <p:spPr/>
        <p:txBody>
          <a:bodyPr/>
          <a:lstStyle/>
          <a:p>
            <a:endParaRPr lang="en-US" sz="900" dirty="0"/>
          </a:p>
        </p:txBody>
      </p:sp>
      <p:sp>
        <p:nvSpPr>
          <p:cNvPr id="11" name="Date Placeholder 10">
            <a:extLst>
              <a:ext uri="{FF2B5EF4-FFF2-40B4-BE49-F238E27FC236}">
                <a16:creationId xmlns:a16="http://schemas.microsoft.com/office/drawing/2014/main" id="{D462242E-A1CE-C25C-AECE-88020BB0423A}"/>
              </a:ext>
            </a:extLst>
          </p:cNvPr>
          <p:cNvSpPr>
            <a:spLocks noGrp="1"/>
          </p:cNvSpPr>
          <p:nvPr>
            <p:ph type="dt" sz="half" idx="10"/>
          </p:nvPr>
        </p:nvSpPr>
        <p:spPr/>
        <p:txBody>
          <a:bodyPr/>
          <a:lstStyle/>
          <a:p>
            <a:fld id="{BA611CFD-382B-47DC-ADC6-A0CEB82A7794}" type="datetime1">
              <a:rPr lang="en-US" smtClean="0"/>
              <a:t>3/5/2026</a:t>
            </a:fld>
            <a:endParaRPr lang="en-US" sz="900" dirty="0"/>
          </a:p>
        </p:txBody>
      </p:sp>
      <p:sp>
        <p:nvSpPr>
          <p:cNvPr id="13" name="Slide Number Placeholder 12">
            <a:extLst>
              <a:ext uri="{FF2B5EF4-FFF2-40B4-BE49-F238E27FC236}">
                <a16:creationId xmlns:a16="http://schemas.microsoft.com/office/drawing/2014/main" id="{506D6421-F2CB-C568-A79B-89C8377F4B4F}"/>
              </a:ext>
            </a:extLst>
          </p:cNvPr>
          <p:cNvSpPr>
            <a:spLocks noGrp="1"/>
          </p:cNvSpPr>
          <p:nvPr>
            <p:ph type="sldNum" sz="quarter" idx="12"/>
          </p:nvPr>
        </p:nvSpPr>
        <p:spPr/>
        <p:txBody>
          <a:bodyPr/>
          <a:lstStyle/>
          <a:p>
            <a:fld id="{AEAA3239-9EA4-4A65-A281-97F994456D9F}" type="slidenum">
              <a:rPr lang="en-US" smtClean="0"/>
              <a:pPr/>
              <a:t>‹#›</a:t>
            </a:fld>
            <a:endParaRPr lang="en-US" sz="900" dirty="0"/>
          </a:p>
        </p:txBody>
      </p:sp>
    </p:spTree>
    <p:extLst>
      <p:ext uri="{BB962C8B-B14F-4D97-AF65-F5344CB8AC3E}">
        <p14:creationId xmlns:p14="http://schemas.microsoft.com/office/powerpoint/2010/main" val="4067346011"/>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Conclusion">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85800" y="685800"/>
            <a:ext cx="10789920" cy="1965960"/>
          </a:xfrm>
        </p:spPr>
        <p:txBody>
          <a:bodyPr anchor="b">
            <a:normAutofit/>
          </a:bodyPr>
          <a:lstStyle>
            <a:lvl1pPr>
              <a:defRPr sz="7200">
                <a:solidFill>
                  <a:schemeClr val="accent4"/>
                </a:solidFill>
              </a:defRPr>
            </a:lvl1pPr>
          </a:lstStyle>
          <a:p>
            <a:r>
              <a:rPr lang="en-US" dirty="0"/>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685800" y="3017520"/>
            <a:ext cx="10789920" cy="2773136"/>
          </a:xfrm>
        </p:spPr>
        <p:txBody>
          <a:bodyPr/>
          <a:lstStyle>
            <a:lvl1pPr marL="0" indent="0">
              <a:buNone/>
              <a:defRPr>
                <a:solidFill>
                  <a:schemeClr val="accent5"/>
                </a:solidFill>
              </a:defRPr>
            </a:lvl1pPr>
            <a:lvl2pPr marL="228600" indent="0">
              <a:buNone/>
              <a:defRPr>
                <a:solidFill>
                  <a:schemeClr val="accent5"/>
                </a:solidFill>
              </a:defRPr>
            </a:lvl2pPr>
            <a:lvl3pPr marL="457200" indent="0">
              <a:buNone/>
              <a:defRPr>
                <a:solidFill>
                  <a:schemeClr val="accent5"/>
                </a:solidFill>
              </a:defRPr>
            </a:lvl3pPr>
            <a:lvl4pPr marL="685800" indent="0">
              <a:buNone/>
              <a:defRPr>
                <a:solidFill>
                  <a:schemeClr val="accent5"/>
                </a:solidFill>
              </a:defRPr>
            </a:lvl4pPr>
            <a:lvl5pPr marL="914400" indent="0">
              <a:buNone/>
              <a:defRPr>
                <a:solidFill>
                  <a:schemeClr val="accent5"/>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Footer Placeholder 6">
            <a:extLst>
              <a:ext uri="{FF2B5EF4-FFF2-40B4-BE49-F238E27FC236}">
                <a16:creationId xmlns:a16="http://schemas.microsoft.com/office/drawing/2014/main" id="{D5E24FB6-1CFB-DFDB-B253-A94EE73DA041}"/>
              </a:ext>
            </a:extLst>
          </p:cNvPr>
          <p:cNvSpPr>
            <a:spLocks noGrp="1"/>
          </p:cNvSpPr>
          <p:nvPr>
            <p:ph type="ftr" sz="quarter" idx="15"/>
          </p:nvPr>
        </p:nvSpPr>
        <p:spPr/>
        <p:txBody>
          <a:bodyPr/>
          <a:lstStyle>
            <a:lvl1pPr>
              <a:defRPr>
                <a:solidFill>
                  <a:schemeClr val="accent5"/>
                </a:solidFill>
              </a:defRPr>
            </a:lvl1pPr>
          </a:lstStyle>
          <a:p>
            <a:endParaRPr lang="en-US" dirty="0"/>
          </a:p>
        </p:txBody>
      </p:sp>
      <p:sp>
        <p:nvSpPr>
          <p:cNvPr id="3" name="Date Placeholder 2">
            <a:extLst>
              <a:ext uri="{FF2B5EF4-FFF2-40B4-BE49-F238E27FC236}">
                <a16:creationId xmlns:a16="http://schemas.microsoft.com/office/drawing/2014/main" id="{9E073DF3-A339-FA08-30E1-D51D43DF29FE}"/>
              </a:ext>
            </a:extLst>
          </p:cNvPr>
          <p:cNvSpPr>
            <a:spLocks noGrp="1"/>
          </p:cNvSpPr>
          <p:nvPr>
            <p:ph type="dt" sz="half" idx="14"/>
          </p:nvPr>
        </p:nvSpPr>
        <p:spPr/>
        <p:txBody>
          <a:bodyPr/>
          <a:lstStyle>
            <a:lvl1pPr>
              <a:defRPr>
                <a:solidFill>
                  <a:schemeClr val="accent5"/>
                </a:solidFill>
              </a:defRPr>
            </a:lvl1pPr>
          </a:lstStyle>
          <a:p>
            <a:fld id="{33B90DD1-F1E0-496B-B15F-47D63B8E5FB8}" type="datetime1">
              <a:rPr lang="en-US" smtClean="0"/>
              <a:t>3/5/2026</a:t>
            </a:fld>
            <a:endParaRPr lang="en-US" dirty="0"/>
          </a:p>
        </p:txBody>
      </p:sp>
      <p:sp>
        <p:nvSpPr>
          <p:cNvPr id="9" name="Slide Number Placeholder 8">
            <a:extLst>
              <a:ext uri="{FF2B5EF4-FFF2-40B4-BE49-F238E27FC236}">
                <a16:creationId xmlns:a16="http://schemas.microsoft.com/office/drawing/2014/main" id="{F32A04C2-283A-CF86-15A9-6CD9A58FCC9E}"/>
              </a:ext>
            </a:extLst>
          </p:cNvPr>
          <p:cNvSpPr>
            <a:spLocks noGrp="1"/>
          </p:cNvSpPr>
          <p:nvPr>
            <p:ph type="sldNum" sz="quarter" idx="16"/>
          </p:nvPr>
        </p:nvSpPr>
        <p:spPr>
          <a:solidFill>
            <a:schemeClr val="accent1">
              <a:lumMod val="90000"/>
              <a:lumOff val="10000"/>
            </a:schemeClr>
          </a:solidFill>
        </p:spPr>
        <p:txBody>
          <a:bodyPr/>
          <a:lstStyle>
            <a:lvl1pPr>
              <a:defRPr>
                <a:solidFill>
                  <a:schemeClr val="accent5"/>
                </a:solidFill>
              </a:defRPr>
            </a:lvl1pPr>
          </a:lstStyle>
          <a:p>
            <a:fld id="{AEAA3239-9EA4-4A65-A281-97F994456D9F}" type="slidenum">
              <a:rPr lang="en-US" smtClean="0"/>
              <a:pPr/>
              <a:t>‹#›</a:t>
            </a:fld>
            <a:endParaRPr lang="en-US" dirty="0"/>
          </a:p>
        </p:txBody>
      </p:sp>
    </p:spTree>
    <p:extLst>
      <p:ext uri="{BB962C8B-B14F-4D97-AF65-F5344CB8AC3E}">
        <p14:creationId xmlns:p14="http://schemas.microsoft.com/office/powerpoint/2010/main" val="1232662452"/>
      </p:ext>
    </p:extLst>
  </p:cSld>
  <p:clrMapOvr>
    <a:overrideClrMapping bg1="dk1" tx1="lt1" bg2="dk2" tx2="lt2" accent1="accent1" accent2="accent2" accent3="accent3" accent4="accent4" accent5="accent5" accent6="accent6" hlink="hlink" folHlink="folHlink"/>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Conclusion 2">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85800" y="685800"/>
            <a:ext cx="8430767" cy="1965960"/>
          </a:xfrm>
        </p:spPr>
        <p:txBody>
          <a:bodyPr anchor="b">
            <a:noAutofit/>
          </a:bodyPr>
          <a:lstStyle>
            <a:lvl1pPr>
              <a:defRPr sz="7200">
                <a:solidFill>
                  <a:schemeClr val="accent5"/>
                </a:solidFill>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685800" y="3622674"/>
            <a:ext cx="8430639" cy="1608008"/>
          </a:xfrm>
        </p:spPr>
        <p:txBody>
          <a:bodyPr>
            <a:normAutofit/>
          </a:bodyPr>
          <a:lstStyle>
            <a:lvl1pPr marL="0" indent="0">
              <a:buNone/>
              <a:defRPr sz="1800">
                <a:solidFill>
                  <a:schemeClr val="accent4"/>
                </a:solidFill>
              </a:defRPr>
            </a:lvl1pPr>
            <a:lvl2pPr marL="228600" indent="0">
              <a:buNone/>
              <a:defRPr sz="1600">
                <a:solidFill>
                  <a:schemeClr val="accent4"/>
                </a:solidFill>
              </a:defRPr>
            </a:lvl2pPr>
            <a:lvl3pPr marL="457200" indent="0">
              <a:buNone/>
              <a:defRPr sz="1400">
                <a:solidFill>
                  <a:schemeClr val="accent4"/>
                </a:solidFill>
              </a:defRPr>
            </a:lvl3pPr>
            <a:lvl4pPr marL="685800" indent="0">
              <a:buNone/>
              <a:defRPr sz="1400">
                <a:solidFill>
                  <a:schemeClr val="accent4"/>
                </a:solidFill>
              </a:defRPr>
            </a:lvl4pPr>
            <a:lvl5pPr marL="914400" indent="0">
              <a:buNone/>
              <a:defRPr sz="1200">
                <a:solidFill>
                  <a:schemeClr val="accent4"/>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a:extLst>
              <a:ext uri="{FF2B5EF4-FFF2-40B4-BE49-F238E27FC236}">
                <a16:creationId xmlns:a16="http://schemas.microsoft.com/office/drawing/2014/main" id="{E0E3BB01-4AB0-AA29-4E5F-6183A4EBE7A5}"/>
              </a:ext>
            </a:extLst>
          </p:cNvPr>
          <p:cNvSpPr>
            <a:spLocks noGrp="1"/>
          </p:cNvSpPr>
          <p:nvPr>
            <p:ph type="ftr" sz="quarter" idx="16"/>
          </p:nvPr>
        </p:nvSpPr>
        <p:spPr/>
        <p:txBody>
          <a:bodyPr/>
          <a:lstStyle>
            <a:lvl1pPr>
              <a:defRPr>
                <a:solidFill>
                  <a:schemeClr val="accent5"/>
                </a:solidFill>
              </a:defRPr>
            </a:lvl1pPr>
          </a:lstStyle>
          <a:p>
            <a:endParaRPr lang="en-US" dirty="0"/>
          </a:p>
        </p:txBody>
      </p:sp>
      <p:sp>
        <p:nvSpPr>
          <p:cNvPr id="3" name="Date Placeholder 2">
            <a:extLst>
              <a:ext uri="{FF2B5EF4-FFF2-40B4-BE49-F238E27FC236}">
                <a16:creationId xmlns:a16="http://schemas.microsoft.com/office/drawing/2014/main" id="{663C4AE6-76FB-D1A9-546D-BC69C27BC893}"/>
              </a:ext>
            </a:extLst>
          </p:cNvPr>
          <p:cNvSpPr>
            <a:spLocks noGrp="1"/>
          </p:cNvSpPr>
          <p:nvPr>
            <p:ph type="dt" sz="half" idx="15"/>
          </p:nvPr>
        </p:nvSpPr>
        <p:spPr/>
        <p:txBody>
          <a:bodyPr/>
          <a:lstStyle>
            <a:lvl1pPr>
              <a:defRPr>
                <a:solidFill>
                  <a:schemeClr val="accent5"/>
                </a:solidFill>
              </a:defRPr>
            </a:lvl1pPr>
          </a:lstStyle>
          <a:p>
            <a:fld id="{BB64C06F-4095-491F-9E20-BA7FA8931860}" type="datetime1">
              <a:rPr lang="en-US" smtClean="0"/>
              <a:t>3/5/2026</a:t>
            </a:fld>
            <a:endParaRPr lang="en-US" dirty="0"/>
          </a:p>
        </p:txBody>
      </p:sp>
      <p:sp>
        <p:nvSpPr>
          <p:cNvPr id="9" name="Slide Number Placeholder 8">
            <a:extLst>
              <a:ext uri="{FF2B5EF4-FFF2-40B4-BE49-F238E27FC236}">
                <a16:creationId xmlns:a16="http://schemas.microsoft.com/office/drawing/2014/main" id="{71356B48-B74F-B1CA-D675-AF12CB06D8A1}"/>
              </a:ext>
            </a:extLst>
          </p:cNvPr>
          <p:cNvSpPr>
            <a:spLocks noGrp="1"/>
          </p:cNvSpPr>
          <p:nvPr>
            <p:ph type="sldNum" sz="quarter" idx="17"/>
          </p:nvPr>
        </p:nvSpPr>
        <p:spPr>
          <a:solidFill>
            <a:schemeClr val="accent1">
              <a:lumMod val="90000"/>
              <a:lumOff val="10000"/>
            </a:schemeClr>
          </a:solidFill>
        </p:spPr>
        <p:txBody>
          <a:bodyPr/>
          <a:lstStyle>
            <a:lvl1pPr>
              <a:defRPr>
                <a:solidFill>
                  <a:schemeClr val="accent5"/>
                </a:solidFill>
              </a:defRPr>
            </a:lvl1pPr>
          </a:lstStyle>
          <a:p>
            <a:fld id="{AEAA3239-9EA4-4A65-A281-97F994456D9F}" type="slidenum">
              <a:rPr lang="en-US" smtClean="0"/>
              <a:pPr/>
              <a:t>‹#›</a:t>
            </a:fld>
            <a:endParaRPr lang="en-US" dirty="0"/>
          </a:p>
        </p:txBody>
      </p:sp>
    </p:spTree>
    <p:extLst>
      <p:ext uri="{BB962C8B-B14F-4D97-AF65-F5344CB8AC3E}">
        <p14:creationId xmlns:p14="http://schemas.microsoft.com/office/powerpoint/2010/main" val="3962546485"/>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theme" Target="../theme/theme1.xml"/><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accent4"/>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85800" y="685800"/>
            <a:ext cx="10789920" cy="972373"/>
          </a:xfrm>
          <a:prstGeom prst="rect">
            <a:avLst/>
          </a:prstGeom>
          <a:ln>
            <a:noFill/>
          </a:ln>
        </p:spPr>
        <p:txBody>
          <a:bodyPr vert="horz" lIns="91440" tIns="45720" rIns="91440" bIns="45720" rtlCol="0" anchor="b">
            <a:normAutofit/>
          </a:bodyPr>
          <a:lstStyle/>
          <a:p>
            <a:r>
              <a:rPr lang="en-US" dirty="0"/>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85800" y="1828800"/>
            <a:ext cx="10789920" cy="4389120"/>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10363200" y="6309360"/>
            <a:ext cx="1295400" cy="548640"/>
          </a:xfrm>
          <a:prstGeom prst="rect">
            <a:avLst/>
          </a:prstGeom>
          <a:noFill/>
        </p:spPr>
        <p:txBody>
          <a:bodyPr vert="horz" lIns="228600" tIns="45720" rIns="228600" bIns="45720" rtlCol="0" anchor="ctr"/>
          <a:lstStyle>
            <a:lvl1pPr algn="ctr" rtl="0">
              <a:defRPr sz="900" b="1" i="0">
                <a:solidFill>
                  <a:schemeClr val="accent1"/>
                </a:solidFill>
                <a:latin typeface="+mj-lt"/>
              </a:defRPr>
            </a:lvl1pPr>
          </a:lstStyle>
          <a:p>
            <a:fld id="{8380909B-5CD7-4E10-93D5-3D93F3E305F0}" type="datetime1">
              <a:rPr lang="en-US" smtClean="0"/>
              <a:t>3/5/2026</a:t>
            </a:fld>
            <a:endParaRPr lang="en-US" dirty="0"/>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0" y="6309360"/>
            <a:ext cx="1444752" cy="548640"/>
          </a:xfrm>
          <a:prstGeom prst="rect">
            <a:avLst/>
          </a:prstGeom>
          <a:noFill/>
        </p:spPr>
        <p:txBody>
          <a:bodyPr vert="horz" lIns="228600" tIns="45720" rIns="228600" bIns="45720" rtlCol="0" anchor="ctr"/>
          <a:lstStyle>
            <a:lvl1pPr algn="ctr" rtl="0">
              <a:defRPr sz="900" b="1" i="0">
                <a:solidFill>
                  <a:schemeClr val="accent1"/>
                </a:solidFill>
                <a:latin typeface="+mj-lt"/>
              </a:defRPr>
            </a:lvl1pPr>
          </a:lstStyle>
          <a:p>
            <a:endParaRPr lang="en-US" dirty="0"/>
          </a:p>
        </p:txBody>
      </p:sp>
      <p:sp>
        <p:nvSpPr>
          <p:cNvPr id="6" name="Slide Number Placeholder 5">
            <a:extLst>
              <a:ext uri="{FF2B5EF4-FFF2-40B4-BE49-F238E27FC236}">
                <a16:creationId xmlns:a16="http://schemas.microsoft.com/office/drawing/2014/main" id="{7AC1647D-0DF0-CA1B-F723-EF7B8F508DB7}"/>
              </a:ext>
            </a:extLst>
          </p:cNvPr>
          <p:cNvSpPr>
            <a:spLocks noGrp="1" noChangeAspect="1"/>
          </p:cNvSpPr>
          <p:nvPr>
            <p:ph type="sldNum" sz="quarter" idx="4"/>
          </p:nvPr>
        </p:nvSpPr>
        <p:spPr>
          <a:xfrm>
            <a:off x="11644076" y="6309360"/>
            <a:ext cx="547924" cy="548640"/>
          </a:xfrm>
          <a:prstGeom prst="rect">
            <a:avLst/>
          </a:prstGeom>
          <a:solidFill>
            <a:schemeClr val="accent1"/>
          </a:solidFill>
        </p:spPr>
        <p:txBody>
          <a:bodyPr vert="horz" lIns="91440" tIns="45720" rIns="91440" bIns="45720" rtlCol="0" anchor="ctr"/>
          <a:lstStyle>
            <a:lvl1pPr algn="ctr" rtl="0">
              <a:defRPr sz="900" b="1" i="0">
                <a:solidFill>
                  <a:schemeClr val="accent5"/>
                </a:solidFill>
                <a:latin typeface="+mj-lt"/>
              </a:defRPr>
            </a:lvl1pPr>
          </a:lstStyle>
          <a:p>
            <a:fld id="{AEAA3239-9EA4-4A65-A281-97F994456D9F}" type="slidenum">
              <a:rPr lang="en-US" smtClean="0"/>
              <a:pPr/>
              <a:t>‹#›</a:t>
            </a:fld>
            <a:endParaRPr lang="en-US" dirty="0"/>
          </a:p>
        </p:txBody>
      </p:sp>
    </p:spTree>
    <p:extLst>
      <p:ext uri="{BB962C8B-B14F-4D97-AF65-F5344CB8AC3E}">
        <p14:creationId xmlns:p14="http://schemas.microsoft.com/office/powerpoint/2010/main" val="208097409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 id="2147483716" r:id="rId56"/>
    <p:sldLayoutId id="2147483717" r:id="rId57"/>
  </p:sldLayoutIdLst>
  <p:hf hdr="0"/>
  <p:txStyles>
    <p:titleStyle>
      <a:lvl1pPr algn="l" defTabSz="914400" rtl="0" eaLnBrk="1" latinLnBrk="0" hangingPunct="1">
        <a:lnSpc>
          <a:spcPct val="80000"/>
        </a:lnSpc>
        <a:spcBef>
          <a:spcPct val="0"/>
        </a:spcBef>
        <a:buNone/>
        <a:defRPr sz="3600" b="1" i="0" kern="1200" spc="0" baseline="0">
          <a:solidFill>
            <a:schemeClr val="accent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400" b="0" i="0" kern="1200">
          <a:solidFill>
            <a:schemeClr val="accent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400" b="0" i="0" kern="1200">
          <a:solidFill>
            <a:schemeClr val="accent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b="0" i="0" kern="1200">
          <a:solidFill>
            <a:schemeClr val="accent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b="0" i="0" kern="1200">
          <a:solidFill>
            <a:schemeClr val="accent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400" b="0" i="0" kern="1200">
          <a:solidFill>
            <a:schemeClr val="accen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3" orient="horz" pos="2160" userDrawn="1">
          <p15:clr>
            <a:srgbClr val="F26B43"/>
          </p15:clr>
        </p15:guide>
        <p15:guide id="24" pos="3840" userDrawn="1">
          <p15:clr>
            <a:srgbClr val="F26B43"/>
          </p15:clr>
        </p15:guide>
        <p15:guide id="25" pos="7296" userDrawn="1">
          <p15:clr>
            <a:srgbClr val="F26B43"/>
          </p15:clr>
        </p15:guide>
        <p15:guide id="26" pos="384"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50.xml"/><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50.xml"/><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8.svg"/></Relationships>
</file>

<file path=ppt/slides/_rels/slide3.xml.rels><?xml version="1.0" encoding="UTF-8" standalone="yes"?>
<Relationships xmlns="http://schemas.openxmlformats.org/package/2006/relationships"><Relationship Id="rId3" Type="http://schemas.openxmlformats.org/officeDocument/2006/relationships/hyperlink" Target="https://www.noradarealestate.com/blog/minneapolis-real-estate-market/" TargetMode="External"/><Relationship Id="rId2" Type="http://schemas.openxmlformats.org/officeDocument/2006/relationships/image" Target="../media/image13.png"/><Relationship Id="rId1" Type="http://schemas.openxmlformats.org/officeDocument/2006/relationships/slideLayout" Target="../slideLayouts/slideLayout50.xml"/></Relationships>
</file>

<file path=ppt/slides/_rels/slide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xml"/><Relationship Id="rId1" Type="http://schemas.openxmlformats.org/officeDocument/2006/relationships/slideLayout" Target="../slideLayouts/slideLayout50.xml"/><Relationship Id="rId5" Type="http://schemas.openxmlformats.org/officeDocument/2006/relationships/hyperlink" Target="https://www.kaggle.com/datasets/thuynyle/redfin-housing-market-data" TargetMode="External"/><Relationship Id="rId4" Type="http://schemas.openxmlformats.org/officeDocument/2006/relationships/image" Target="../media/image15.png"/></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50.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xml"/><Relationship Id="rId1" Type="http://schemas.openxmlformats.org/officeDocument/2006/relationships/slideLayout" Target="../slideLayouts/slideLayout50.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50.xml"/><Relationship Id="rId5" Type="http://schemas.openxmlformats.org/officeDocument/2006/relationships/image" Target="../media/image16.png"/><Relationship Id="rId4" Type="http://schemas.openxmlformats.org/officeDocument/2006/relationships/image" Target="../media/image8.svg"/></Relationships>
</file>

<file path=ppt/slides/_rels/slide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50.xml"/></Relationships>
</file>

<file path=ppt/slides/_rels/slide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50.xml"/></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50.xml"/><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7.xml"/><Relationship Id="rId1" Type="http://schemas.openxmlformats.org/officeDocument/2006/relationships/slideLayout" Target="../slideLayouts/slideLayout5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50.xml"/></Relationships>
</file>

<file path=ppt/slides/_rels/slide1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5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a:extLst>
              <a:ext uri="{FF2B5EF4-FFF2-40B4-BE49-F238E27FC236}">
                <a16:creationId xmlns:a16="http://schemas.microsoft.com/office/drawing/2014/main" id="{6A41B230-D449-4644-983F-642E66A63349}"/>
              </a:ext>
            </a:extLst>
          </p:cNvPr>
          <p:cNvPicPr>
            <a:picLocks noGrp="1" noChangeAspect="1"/>
          </p:cNvPicPr>
          <p:nvPr>
            <p:ph sz="quarter" idx="15"/>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pic>
        <p:nvPicPr>
          <p:cNvPr id="9" name="Content Placeholder 8" descr="A modern aerial view of downtown Minneapolis with a mix of residential neighborhoods and high-rise buildings, captured during golden hour to highlight architectural diversity and urban development. The image should have a premium, forward-looking aesthetic suitable for overlaying the presentation title. No visible or implied text, letters, or words should appear anywhere in the image. The composition should allow for a centered title overlay and convey a sense of innovation and anticipation regarding the future of the city’s housing market">
            <a:extLst>
              <a:ext uri="{FF2B5EF4-FFF2-40B4-BE49-F238E27FC236}">
                <a16:creationId xmlns:a16="http://schemas.microsoft.com/office/drawing/2014/main" id="{6BB344AA-4892-49A8-82EF-63C5E2D63CA2}"/>
              </a:ext>
            </a:extLst>
          </p:cNvPr>
          <p:cNvPicPr>
            <a:picLocks noGrp="1" noChangeAspect="1"/>
          </p:cNvPicPr>
          <p:nvPr>
            <p:ph sz="quarter" idx="16"/>
          </p:nvPr>
        </p:nvPicPr>
        <p:blipFill>
          <a:blip r:embed="rId5">
            <a:extLst>
              <a:ext uri="{96DAC541-7B7A-43D3-8B79-37D633B846F1}">
                <asvg:svgBlip xmlns:asvg="http://schemas.microsoft.com/office/drawing/2016/SVG/main" r:embed="rId6"/>
              </a:ext>
            </a:extLst>
          </a:blip>
          <a:stretch>
            <a:fillRect/>
          </a:stretch>
        </p:blipFill>
        <p:spPr>
          <a:xfrm>
            <a:off x="5334000" y="0"/>
            <a:ext cx="6858000" cy="6858000"/>
          </a:xfrm>
          <a:prstGeom prst="rect">
            <a:avLst/>
          </a:prstGeom>
        </p:spPr>
      </p:pic>
      <p:sp>
        <p:nvSpPr>
          <p:cNvPr id="7" name="Slide Number Placeholder 6">
            <a:extLst>
              <a:ext uri="{FF2B5EF4-FFF2-40B4-BE49-F238E27FC236}">
                <a16:creationId xmlns:a16="http://schemas.microsoft.com/office/drawing/2014/main" id="{DB77C420-D4DB-6E74-BAC0-81F72ACCDB68}"/>
              </a:ext>
            </a:extLst>
          </p:cNvPr>
          <p:cNvSpPr>
            <a:spLocks noGrp="1"/>
          </p:cNvSpPr>
          <p:nvPr>
            <p:ph type="sldNum" sz="quarter" idx="19"/>
          </p:nvPr>
        </p:nvSpPr>
        <p:spPr/>
        <p:txBody>
          <a:bodyPr/>
          <a:lstStyle/>
          <a:p>
            <a:fld id="{AEAA3239-9EA4-4A65-A281-97F994456D9F}" type="slidenum">
              <a:rPr lang="en-US" smtClean="0"/>
              <a:pPr/>
              <a:t>1</a:t>
            </a:fld>
            <a:endParaRPr lang="en-US" sz="900" dirty="0"/>
          </a:p>
        </p:txBody>
      </p:sp>
      <p:sp>
        <p:nvSpPr>
          <p:cNvPr id="10" name="TextBox 9">
            <a:extLst>
              <a:ext uri="{FF2B5EF4-FFF2-40B4-BE49-F238E27FC236}">
                <a16:creationId xmlns:a16="http://schemas.microsoft.com/office/drawing/2014/main" id="{8E350057-6658-4890-A572-5E5F237F0C4F}"/>
              </a:ext>
            </a:extLst>
          </p:cNvPr>
          <p:cNvSpPr txBox="1"/>
          <p:nvPr/>
        </p:nvSpPr>
        <p:spPr>
          <a:xfrm>
            <a:off x="619125" y="757386"/>
            <a:ext cx="4391025" cy="2681882"/>
          </a:xfrm>
          <a:prstGeom prst="rect">
            <a:avLst/>
          </a:prstGeom>
          <a:noFill/>
        </p:spPr>
        <p:txBody>
          <a:bodyPr wrap="square" rtlCol="0">
            <a:normAutofit fontScale="70000" lnSpcReduction="20000"/>
          </a:bodyPr>
          <a:lstStyle/>
          <a:p>
            <a:pPr marL="0" algn="l">
              <a:buNone/>
            </a:pPr>
            <a:r>
              <a:rPr lang="en-US" sz="4800" b="0" dirty="0">
                <a:solidFill>
                  <a:srgbClr val="105237"/>
                </a:solidFill>
                <a:effectLst/>
                <a:latin typeface="Avenir Next LT Pro" panose="020F0502020204030204" pitchFamily="34" charset="0"/>
              </a:rPr>
              <a:t>Comparing Current Housing Prices to Expected Housing Prices in Minneapolis/</a:t>
            </a:r>
            <a:r>
              <a:rPr lang="en-US" sz="4800" b="0" dirty="0" err="1">
                <a:solidFill>
                  <a:srgbClr val="105237"/>
                </a:solidFill>
                <a:effectLst/>
                <a:latin typeface="Avenir Next LT Pro" panose="020F0502020204030204" pitchFamily="34" charset="0"/>
              </a:rPr>
              <a:t>St.Paul</a:t>
            </a:r>
            <a:endParaRPr lang="en-US" dirty="0"/>
          </a:p>
        </p:txBody>
      </p:sp>
      <p:sp>
        <p:nvSpPr>
          <p:cNvPr id="11" name="TextBox 10">
            <a:extLst>
              <a:ext uri="{FF2B5EF4-FFF2-40B4-BE49-F238E27FC236}">
                <a16:creationId xmlns:a16="http://schemas.microsoft.com/office/drawing/2014/main" id="{FFAD6A8C-AD16-439F-B679-4B9A36375E5A}"/>
              </a:ext>
            </a:extLst>
          </p:cNvPr>
          <p:cNvSpPr txBox="1"/>
          <p:nvPr/>
        </p:nvSpPr>
        <p:spPr>
          <a:xfrm>
            <a:off x="619125" y="5696991"/>
            <a:ext cx="4391025" cy="594121"/>
          </a:xfrm>
          <a:prstGeom prst="rect">
            <a:avLst/>
          </a:prstGeom>
          <a:noFill/>
        </p:spPr>
        <p:txBody>
          <a:bodyPr wrap="square" rtlCol="0">
            <a:normAutofit lnSpcReduction="10000"/>
          </a:bodyPr>
          <a:lstStyle/>
          <a:p>
            <a:pPr marL="0" algn="l">
              <a:buNone/>
            </a:pPr>
            <a:r>
              <a:rPr lang="en-US" sz="1800" b="0" dirty="0">
                <a:solidFill>
                  <a:srgbClr val="105237"/>
                </a:solidFill>
                <a:effectLst/>
                <a:latin typeface="Avenir Next LT Pro" panose="020F0502020204030204" pitchFamily="34" charset="0"/>
              </a:rPr>
              <a:t>Ben Peters</a:t>
            </a:r>
          </a:p>
          <a:p>
            <a:pPr marL="0" algn="l">
              <a:buNone/>
            </a:pPr>
            <a:r>
              <a:rPr lang="en-US" dirty="0">
                <a:solidFill>
                  <a:srgbClr val="105237"/>
                </a:solidFill>
                <a:latin typeface="Avenir Next LT Pro" panose="020F0502020204030204" pitchFamily="34" charset="0"/>
              </a:rPr>
              <a:t>03/05/2026</a:t>
            </a:r>
            <a:endParaRPr lang="en-US" dirty="0"/>
          </a:p>
        </p:txBody>
      </p:sp>
    </p:spTree>
    <p:extLst>
      <p:ext uri="{BB962C8B-B14F-4D97-AF65-F5344CB8AC3E}">
        <p14:creationId xmlns:p14="http://schemas.microsoft.com/office/powerpoint/2010/main" val="19989909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a:extLst>
              <a:ext uri="{FF2B5EF4-FFF2-40B4-BE49-F238E27FC236}">
                <a16:creationId xmlns:a16="http://schemas.microsoft.com/office/drawing/2014/main" id="{892B441B-5949-4286-90C3-EBF060BB8846}"/>
              </a:ext>
            </a:extLst>
          </p:cNvPr>
          <p:cNvPicPr>
            <a:picLocks noGrp="1" noChangeAspect="1"/>
          </p:cNvPicPr>
          <p:nvPr>
            <p:ph sz="quarter" idx="15"/>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pic>
        <p:nvPicPr>
          <p:cNvPr id="9" name="Content Placeholder 8" descr="A modern aerial view of Minneapolis featuring a mix of residential neighborhoods and downtown skyscrapers, with clear skies and vibrant lighting. The image should convey a sense of urban growth and housing diversity, suitable for overlaying agenda text. No visible or implied text, letters, or words should appear anywhere in the image. The composition should allow for a centered agenda overlay and evoke professionalism and relevance to real estate and housing trends">
            <a:extLst>
              <a:ext uri="{FF2B5EF4-FFF2-40B4-BE49-F238E27FC236}">
                <a16:creationId xmlns:a16="http://schemas.microsoft.com/office/drawing/2014/main" id="{B44371C7-378F-4D47-8C3A-4B6816492413}"/>
              </a:ext>
            </a:extLst>
          </p:cNvPr>
          <p:cNvPicPr>
            <a:picLocks noGrp="1" noChangeAspect="1"/>
          </p:cNvPicPr>
          <p:nvPr>
            <p:ph sz="quarter" idx="16"/>
          </p:nvPr>
        </p:nvPicPr>
        <p:blipFill>
          <a:blip r:embed="rId5">
            <a:extLst>
              <a:ext uri="{96DAC541-7B7A-43D3-8B79-37D633B846F1}">
                <asvg:svgBlip xmlns:asvg="http://schemas.microsoft.com/office/drawing/2016/SVG/main" r:embed="rId6"/>
              </a:ext>
            </a:extLst>
          </a:blip>
          <a:stretch>
            <a:fillRect/>
          </a:stretch>
        </p:blipFill>
        <p:spPr>
          <a:xfrm>
            <a:off x="0" y="0"/>
            <a:ext cx="4572000" cy="6858000"/>
          </a:xfrm>
          <a:prstGeom prst="rect">
            <a:avLst/>
          </a:prstGeom>
        </p:spPr>
      </p:pic>
      <p:sp>
        <p:nvSpPr>
          <p:cNvPr id="7" name="Slide Number Placeholder 6">
            <a:extLst>
              <a:ext uri="{FF2B5EF4-FFF2-40B4-BE49-F238E27FC236}">
                <a16:creationId xmlns:a16="http://schemas.microsoft.com/office/drawing/2014/main" id="{AB2C54BF-1F94-0493-FCC2-BBC3186D5D64}"/>
              </a:ext>
            </a:extLst>
          </p:cNvPr>
          <p:cNvSpPr>
            <a:spLocks noGrp="1"/>
          </p:cNvSpPr>
          <p:nvPr>
            <p:ph type="sldNum" sz="quarter" idx="19"/>
          </p:nvPr>
        </p:nvSpPr>
        <p:spPr/>
        <p:txBody>
          <a:bodyPr/>
          <a:lstStyle/>
          <a:p>
            <a:fld id="{AEAA3239-9EA4-4A65-A281-97F994456D9F}" type="slidenum">
              <a:rPr lang="en-US" smtClean="0"/>
              <a:pPr/>
              <a:t>2</a:t>
            </a:fld>
            <a:endParaRPr lang="en-US" sz="900" dirty="0"/>
          </a:p>
        </p:txBody>
      </p:sp>
      <p:sp>
        <p:nvSpPr>
          <p:cNvPr id="10" name="TextBox 9">
            <a:extLst>
              <a:ext uri="{FF2B5EF4-FFF2-40B4-BE49-F238E27FC236}">
                <a16:creationId xmlns:a16="http://schemas.microsoft.com/office/drawing/2014/main" id="{680BDFCE-58A8-42DA-9F7D-5B3D07535404}"/>
              </a:ext>
            </a:extLst>
          </p:cNvPr>
          <p:cNvSpPr txBox="1"/>
          <p:nvPr/>
        </p:nvSpPr>
        <p:spPr>
          <a:xfrm>
            <a:off x="5343525" y="1343025"/>
            <a:ext cx="6477000" cy="609600"/>
          </a:xfrm>
          <a:prstGeom prst="rect">
            <a:avLst/>
          </a:prstGeom>
          <a:noFill/>
        </p:spPr>
        <p:txBody>
          <a:bodyPr wrap="square" rtlCol="0">
            <a:normAutofit fontScale="85000" lnSpcReduction="20000"/>
          </a:bodyPr>
          <a:lstStyle/>
          <a:p>
            <a:r>
              <a:rPr lang="en-US" sz="4800" b="1" dirty="0">
                <a:solidFill>
                  <a:srgbClr val="105237"/>
                </a:solidFill>
                <a:latin typeface="Avenir Next LT Pro" panose="020B0504020202020204" pitchFamily="34" charset="0"/>
              </a:rPr>
              <a:t>Agenda </a:t>
            </a:r>
            <a:endParaRPr lang="en-US" sz="4800" b="1" dirty="0"/>
          </a:p>
        </p:txBody>
      </p:sp>
      <p:sp>
        <p:nvSpPr>
          <p:cNvPr id="11" name="TextBox 10">
            <a:extLst>
              <a:ext uri="{FF2B5EF4-FFF2-40B4-BE49-F238E27FC236}">
                <a16:creationId xmlns:a16="http://schemas.microsoft.com/office/drawing/2014/main" id="{646073C4-E3DB-4DC2-A23C-F7B42813D52A}"/>
              </a:ext>
            </a:extLst>
          </p:cNvPr>
          <p:cNvSpPr txBox="1"/>
          <p:nvPr/>
        </p:nvSpPr>
        <p:spPr>
          <a:xfrm>
            <a:off x="5343525" y="2333625"/>
            <a:ext cx="6477000" cy="3497332"/>
          </a:xfrm>
          <a:prstGeom prst="rect">
            <a:avLst/>
          </a:prstGeom>
          <a:noFill/>
        </p:spPr>
        <p:txBody>
          <a:bodyPr wrap="square" rtlCol="0">
            <a:normAutofit fontScale="92500" lnSpcReduction="20000"/>
          </a:bodyPr>
          <a:lstStyle/>
          <a:p>
            <a:pPr marL="342900" indent="-342900">
              <a:buFont typeface="Arial" panose="020B0604020202020204" pitchFamily="34" charset="0"/>
              <a:buChar char="•"/>
            </a:pPr>
            <a:r>
              <a:rPr lang="en-US" sz="2100" dirty="0">
                <a:solidFill>
                  <a:srgbClr val="105237"/>
                </a:solidFill>
                <a:latin typeface="Avenir Next LT Pro" panose="020B0504020202020204" pitchFamily="34" charset="0"/>
              </a:rPr>
              <a:t>Goal/Reason for Modeling</a:t>
            </a:r>
            <a:endParaRPr lang="en-US" sz="2100" dirty="0">
              <a:effectLst/>
            </a:endParaRPr>
          </a:p>
          <a:p>
            <a:pPr marL="342900" indent="-342900" algn="l">
              <a:buFont typeface="Arial" panose="020B0604020202020204" pitchFamily="34" charset="0"/>
              <a:buChar char="•"/>
            </a:pPr>
            <a:endParaRPr lang="en-US" sz="2025" dirty="0">
              <a:solidFill>
                <a:srgbClr val="105237"/>
              </a:solidFill>
              <a:latin typeface="Avenir Next LT Pro" panose="020B0504020202020204" pitchFamily="34" charset="0"/>
            </a:endParaRPr>
          </a:p>
          <a:p>
            <a:pPr marL="342900" indent="-342900" algn="l">
              <a:buFont typeface="Arial" panose="020B0604020202020204" pitchFamily="34" charset="0"/>
              <a:buChar char="•"/>
            </a:pPr>
            <a:r>
              <a:rPr lang="en-US" sz="2025" dirty="0">
                <a:solidFill>
                  <a:srgbClr val="105237"/>
                </a:solidFill>
                <a:latin typeface="Avenir Next LT Pro" panose="020B0504020202020204" pitchFamily="34" charset="0"/>
              </a:rPr>
              <a:t>Available Data</a:t>
            </a:r>
            <a:endParaRPr dirty="0">
              <a:effectLst/>
            </a:endParaRPr>
          </a:p>
          <a:p>
            <a:pPr marL="342900" indent="-342900">
              <a:spcBef>
                <a:spcPts val="1500"/>
              </a:spcBef>
              <a:buFont typeface="Arial" panose="020B0604020202020204" pitchFamily="34" charset="0"/>
              <a:buChar char="•"/>
            </a:pPr>
            <a:r>
              <a:rPr lang="en-US" sz="2025" b="0" dirty="0">
                <a:solidFill>
                  <a:srgbClr val="105237"/>
                </a:solidFill>
                <a:effectLst/>
                <a:latin typeface="Avenir Next LT Pro" panose="020B0504020202020204" pitchFamily="34" charset="0"/>
              </a:rPr>
              <a:t>Plan for Data Workup and Modeling</a:t>
            </a:r>
            <a:endParaRPr lang="en-US" dirty="0">
              <a:effectLst/>
            </a:endParaRPr>
          </a:p>
          <a:p>
            <a:pPr marL="342900" indent="-342900" algn="l">
              <a:spcBef>
                <a:spcPts val="1500"/>
              </a:spcBef>
              <a:buFont typeface="Arial" panose="020B0604020202020204" pitchFamily="34" charset="0"/>
              <a:buChar char="•"/>
            </a:pPr>
            <a:r>
              <a:rPr lang="en-US" sz="2025" b="0" dirty="0">
                <a:solidFill>
                  <a:srgbClr val="105237"/>
                </a:solidFill>
                <a:effectLst/>
                <a:latin typeface="Avenir Next LT Pro" panose="020B0504020202020204" pitchFamily="34" charset="0"/>
              </a:rPr>
              <a:t>Data Cleanup Strategy</a:t>
            </a:r>
          </a:p>
          <a:p>
            <a:pPr marL="342900" indent="-342900" algn="l">
              <a:spcBef>
                <a:spcPts val="1500"/>
              </a:spcBef>
              <a:buFont typeface="Arial" panose="020B0604020202020204" pitchFamily="34" charset="0"/>
              <a:buChar char="•"/>
            </a:pPr>
            <a:r>
              <a:rPr lang="en-US" sz="2025" dirty="0">
                <a:solidFill>
                  <a:srgbClr val="105237"/>
                </a:solidFill>
                <a:effectLst/>
                <a:latin typeface="Avenir Next LT Pro" panose="020B0504020202020204" pitchFamily="34" charset="0"/>
              </a:rPr>
              <a:t>Exploratory Data Analysis</a:t>
            </a:r>
            <a:endParaRPr dirty="0">
              <a:effectLst/>
            </a:endParaRPr>
          </a:p>
          <a:p>
            <a:pPr marL="342900" indent="-342900" algn="l">
              <a:spcBef>
                <a:spcPts val="1500"/>
              </a:spcBef>
              <a:buFont typeface="Arial" panose="020B0604020202020204" pitchFamily="34" charset="0"/>
              <a:buChar char="•"/>
            </a:pPr>
            <a:r>
              <a:rPr lang="en-US" sz="2025" b="0" dirty="0">
                <a:solidFill>
                  <a:srgbClr val="105237"/>
                </a:solidFill>
                <a:effectLst/>
                <a:latin typeface="Avenir Next LT Pro" panose="020B0504020202020204" pitchFamily="34" charset="0"/>
              </a:rPr>
              <a:t>Summary of Modeling Outcomes</a:t>
            </a:r>
          </a:p>
          <a:p>
            <a:pPr marL="342900" indent="-342900" algn="l">
              <a:spcBef>
                <a:spcPts val="1500"/>
              </a:spcBef>
              <a:buFont typeface="Arial" panose="020B0604020202020204" pitchFamily="34" charset="0"/>
              <a:buChar char="•"/>
            </a:pPr>
            <a:r>
              <a:rPr lang="en-US" sz="2025" b="0" dirty="0">
                <a:solidFill>
                  <a:srgbClr val="105237"/>
                </a:solidFill>
                <a:effectLst/>
                <a:latin typeface="Avenir Next LT Pro" panose="020B0504020202020204" pitchFamily="34" charset="0"/>
              </a:rPr>
              <a:t>Final Conclusions </a:t>
            </a:r>
          </a:p>
          <a:p>
            <a:pPr marL="342900" indent="-342900" algn="l">
              <a:spcBef>
                <a:spcPts val="1500"/>
              </a:spcBef>
              <a:buFont typeface="Arial" panose="020B0604020202020204" pitchFamily="34" charset="0"/>
              <a:buChar char="•"/>
            </a:pPr>
            <a:r>
              <a:rPr lang="en-US" sz="2025" dirty="0">
                <a:solidFill>
                  <a:srgbClr val="105237"/>
                </a:solidFill>
                <a:latin typeface="Avenir Next LT Pro" panose="020B0504020202020204" pitchFamily="34" charset="0"/>
              </a:rPr>
              <a:t>Next Steps</a:t>
            </a:r>
          </a:p>
          <a:p>
            <a:pPr marL="342900" indent="-342900" algn="l">
              <a:spcBef>
                <a:spcPts val="1500"/>
              </a:spcBef>
              <a:buFont typeface="Arial" panose="020B0604020202020204" pitchFamily="34" charset="0"/>
              <a:buChar char="•"/>
            </a:pPr>
            <a:endParaRPr lang="en-US" dirty="0"/>
          </a:p>
        </p:txBody>
      </p:sp>
    </p:spTree>
    <p:extLst>
      <p:ext uri="{BB962C8B-B14F-4D97-AF65-F5344CB8AC3E}">
        <p14:creationId xmlns:p14="http://schemas.microsoft.com/office/powerpoint/2010/main" val="23992295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8095BC-3A1A-0C40-1816-E7127D8FEA10}"/>
              </a:ext>
            </a:extLst>
          </p:cNvPr>
          <p:cNvSpPr>
            <a:spLocks noGrp="1"/>
          </p:cNvSpPr>
          <p:nvPr>
            <p:ph type="title"/>
          </p:nvPr>
        </p:nvSpPr>
        <p:spPr/>
        <p:txBody>
          <a:bodyPr/>
          <a:lstStyle/>
          <a:p>
            <a:r>
              <a:rPr lang="en-US" dirty="0">
                <a:solidFill>
                  <a:srgbClr val="105237"/>
                </a:solidFill>
                <a:latin typeface="Avenir Next LT Pro" panose="020B0504020202020204" pitchFamily="34" charset="0"/>
              </a:rPr>
              <a:t>Predicting Minneapolis/</a:t>
            </a:r>
            <a:r>
              <a:rPr lang="en-US" dirty="0" err="1">
                <a:solidFill>
                  <a:srgbClr val="105237"/>
                </a:solidFill>
                <a:latin typeface="Avenir Next LT Pro" panose="020B0504020202020204" pitchFamily="34" charset="0"/>
              </a:rPr>
              <a:t>St.Paul</a:t>
            </a:r>
            <a:r>
              <a:rPr lang="en-US" dirty="0">
                <a:solidFill>
                  <a:srgbClr val="105237"/>
                </a:solidFill>
                <a:latin typeface="Avenir Next LT Pro" panose="020B0504020202020204" pitchFamily="34" charset="0"/>
              </a:rPr>
              <a:t> Housing Data: Why Do it?</a:t>
            </a:r>
            <a:endParaRPr lang="en-US" dirty="0"/>
          </a:p>
        </p:txBody>
      </p:sp>
      <p:sp>
        <p:nvSpPr>
          <p:cNvPr id="3" name="Content Placeholder 2">
            <a:extLst>
              <a:ext uri="{FF2B5EF4-FFF2-40B4-BE49-F238E27FC236}">
                <a16:creationId xmlns:a16="http://schemas.microsoft.com/office/drawing/2014/main" id="{501A20A1-A65F-BB78-2368-14E0D1B84AAC}"/>
              </a:ext>
            </a:extLst>
          </p:cNvPr>
          <p:cNvSpPr>
            <a:spLocks noGrp="1"/>
          </p:cNvSpPr>
          <p:nvPr>
            <p:ph sz="quarter" idx="15"/>
          </p:nvPr>
        </p:nvSpPr>
        <p:spPr/>
        <p:txBody>
          <a:bodyPr/>
          <a:lstStyle/>
          <a:p>
            <a:r>
              <a:rPr lang="en-US" dirty="0"/>
              <a:t>For the general home buyer, why a price is set the way it is may not make sense</a:t>
            </a:r>
          </a:p>
          <a:p>
            <a:pPr lvl="1"/>
            <a:r>
              <a:rPr lang="en-US" dirty="0"/>
              <a:t>Why is one home much more expensive than the other?</a:t>
            </a:r>
          </a:p>
          <a:p>
            <a:pPr lvl="1"/>
            <a:endParaRPr lang="en-US" dirty="0"/>
          </a:p>
          <a:p>
            <a:r>
              <a:rPr lang="en-US" dirty="0"/>
              <a:t>This may lead the home buyer to pay way too much for a house, or miss an incredible deal</a:t>
            </a:r>
          </a:p>
          <a:p>
            <a:endParaRPr lang="en-US" dirty="0"/>
          </a:p>
          <a:p>
            <a:r>
              <a:rPr lang="en-US" b="1" dirty="0"/>
              <a:t>In order for the homebuyer to have a better idea of housing costs, a model could be used to predict the cost, and then the home buyer could compare to the expected price given by the model</a:t>
            </a:r>
          </a:p>
          <a:p>
            <a:endParaRPr lang="en-US" dirty="0"/>
          </a:p>
        </p:txBody>
      </p:sp>
      <p:sp>
        <p:nvSpPr>
          <p:cNvPr id="7" name="Slide Number Placeholder 6">
            <a:extLst>
              <a:ext uri="{FF2B5EF4-FFF2-40B4-BE49-F238E27FC236}">
                <a16:creationId xmlns:a16="http://schemas.microsoft.com/office/drawing/2014/main" id="{0787E8B9-6AEE-0C91-9EF7-D1C580E37F0C}"/>
              </a:ext>
            </a:extLst>
          </p:cNvPr>
          <p:cNvSpPr>
            <a:spLocks noGrp="1"/>
          </p:cNvSpPr>
          <p:nvPr>
            <p:ph type="sldNum" sz="quarter" idx="19"/>
          </p:nvPr>
        </p:nvSpPr>
        <p:spPr/>
        <p:txBody>
          <a:bodyPr/>
          <a:lstStyle/>
          <a:p>
            <a:fld id="{AEAA3239-9EA4-4A65-A281-97F994456D9F}" type="slidenum">
              <a:rPr lang="en-US" smtClean="0"/>
              <a:pPr/>
              <a:t>3</a:t>
            </a:fld>
            <a:endParaRPr lang="en-US" sz="900" dirty="0"/>
          </a:p>
        </p:txBody>
      </p:sp>
      <p:sp>
        <p:nvSpPr>
          <p:cNvPr id="8" name="AutoShape 2" descr="Minneapolis Housing Market: Trends and Forecast 2025-2026">
            <a:extLst>
              <a:ext uri="{FF2B5EF4-FFF2-40B4-BE49-F238E27FC236}">
                <a16:creationId xmlns:a16="http://schemas.microsoft.com/office/drawing/2014/main" id="{E6BCF526-7FC5-0679-674F-7A318463F4D5}"/>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9" name="Picture 8">
            <a:extLst>
              <a:ext uri="{FF2B5EF4-FFF2-40B4-BE49-F238E27FC236}">
                <a16:creationId xmlns:a16="http://schemas.microsoft.com/office/drawing/2014/main" id="{1E1CB25E-1431-682D-954D-C4D21624F411}"/>
              </a:ext>
            </a:extLst>
          </p:cNvPr>
          <p:cNvPicPr>
            <a:picLocks noChangeAspect="1"/>
          </p:cNvPicPr>
          <p:nvPr/>
        </p:nvPicPr>
        <p:blipFill>
          <a:blip r:embed="rId2"/>
          <a:stretch>
            <a:fillRect/>
          </a:stretch>
        </p:blipFill>
        <p:spPr>
          <a:xfrm>
            <a:off x="6372968" y="2391712"/>
            <a:ext cx="5214512" cy="2728928"/>
          </a:xfrm>
          <a:prstGeom prst="rect">
            <a:avLst/>
          </a:prstGeom>
        </p:spPr>
      </p:pic>
      <p:sp>
        <p:nvSpPr>
          <p:cNvPr id="10" name="TextBox 9">
            <a:extLst>
              <a:ext uri="{FF2B5EF4-FFF2-40B4-BE49-F238E27FC236}">
                <a16:creationId xmlns:a16="http://schemas.microsoft.com/office/drawing/2014/main" id="{5F7947C0-EAC1-4069-FC0F-1519B60B1D2B}"/>
              </a:ext>
            </a:extLst>
          </p:cNvPr>
          <p:cNvSpPr txBox="1"/>
          <p:nvPr/>
        </p:nvSpPr>
        <p:spPr>
          <a:xfrm>
            <a:off x="73291" y="6510681"/>
            <a:ext cx="5327164" cy="276999"/>
          </a:xfrm>
          <a:prstGeom prst="rect">
            <a:avLst/>
          </a:prstGeom>
          <a:noFill/>
        </p:spPr>
        <p:txBody>
          <a:bodyPr wrap="none" rtlCol="0">
            <a:spAutoFit/>
          </a:bodyPr>
          <a:lstStyle/>
          <a:p>
            <a:r>
              <a:rPr lang="en-US" sz="1200" dirty="0"/>
              <a:t>Image from: </a:t>
            </a:r>
            <a:r>
              <a:rPr lang="en-US" sz="1200" dirty="0">
                <a:hlinkClick r:id="rId3"/>
              </a:rPr>
              <a:t>Minneapolis Housing Market: Trends and Forecast 2025-2026</a:t>
            </a:r>
            <a:endParaRPr lang="en-US" sz="1200" dirty="0"/>
          </a:p>
        </p:txBody>
      </p:sp>
    </p:spTree>
    <p:extLst>
      <p:ext uri="{BB962C8B-B14F-4D97-AF65-F5344CB8AC3E}">
        <p14:creationId xmlns:p14="http://schemas.microsoft.com/office/powerpoint/2010/main" val="15501290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8AE30E53-6CC9-1BAE-243D-C480F24A0425}"/>
              </a:ext>
            </a:extLst>
          </p:cNvPr>
          <p:cNvSpPr>
            <a:spLocks noGrp="1"/>
          </p:cNvSpPr>
          <p:nvPr>
            <p:ph sz="quarter" idx="16"/>
          </p:nvPr>
        </p:nvSpPr>
        <p:spPr>
          <a:xfrm>
            <a:off x="258417" y="226587"/>
            <a:ext cx="5278153" cy="1695379"/>
          </a:xfrm>
        </p:spPr>
        <p:txBody>
          <a:bodyPr>
            <a:normAutofit/>
          </a:bodyPr>
          <a:lstStyle/>
          <a:p>
            <a:pPr marL="0" indent="0" algn="l">
              <a:buNone/>
            </a:pPr>
            <a:r>
              <a:rPr lang="en-US" sz="4800" b="1" dirty="0">
                <a:solidFill>
                  <a:srgbClr val="105237"/>
                </a:solidFill>
                <a:effectLst/>
                <a:latin typeface="Avenir Next LT Pro" panose="020B0504020202020204" pitchFamily="34" charset="0"/>
              </a:rPr>
              <a:t>Data Overview: </a:t>
            </a:r>
            <a:endParaRPr lang="en-US" b="1" dirty="0"/>
          </a:p>
        </p:txBody>
      </p:sp>
      <p:sp>
        <p:nvSpPr>
          <p:cNvPr id="7" name="Slide Number Placeholder 6">
            <a:extLst>
              <a:ext uri="{FF2B5EF4-FFF2-40B4-BE49-F238E27FC236}">
                <a16:creationId xmlns:a16="http://schemas.microsoft.com/office/drawing/2014/main" id="{5D87E06A-B9E5-5E76-D96F-DB91440189C6}"/>
              </a:ext>
            </a:extLst>
          </p:cNvPr>
          <p:cNvSpPr>
            <a:spLocks noGrp="1"/>
          </p:cNvSpPr>
          <p:nvPr>
            <p:ph type="sldNum" sz="quarter" idx="19"/>
          </p:nvPr>
        </p:nvSpPr>
        <p:spPr/>
        <p:txBody>
          <a:bodyPr/>
          <a:lstStyle/>
          <a:p>
            <a:fld id="{AEAA3239-9EA4-4A65-A281-97F994456D9F}" type="slidenum">
              <a:rPr lang="en-US" smtClean="0"/>
              <a:pPr/>
              <a:t>4</a:t>
            </a:fld>
            <a:endParaRPr lang="en-US" sz="900" dirty="0"/>
          </a:p>
        </p:txBody>
      </p:sp>
      <p:pic>
        <p:nvPicPr>
          <p:cNvPr id="13" name="Content Placeholder 12">
            <a:extLst>
              <a:ext uri="{FF2B5EF4-FFF2-40B4-BE49-F238E27FC236}">
                <a16:creationId xmlns:a16="http://schemas.microsoft.com/office/drawing/2014/main" id="{FB2D8746-30E0-7549-CA8B-6A75BFDCEA76}"/>
              </a:ext>
            </a:extLst>
          </p:cNvPr>
          <p:cNvPicPr>
            <a:picLocks noGrp="1" noChangeAspect="1"/>
          </p:cNvPicPr>
          <p:nvPr>
            <p:ph sz="quarter" idx="15"/>
          </p:nvPr>
        </p:nvPicPr>
        <p:blipFill>
          <a:blip r:embed="rId3">
            <a:extLst>
              <a:ext uri="{28A0092B-C50C-407E-A947-70E740481C1C}">
                <a14:useLocalDpi xmlns:a14="http://schemas.microsoft.com/office/drawing/2010/main" val="0"/>
              </a:ext>
            </a:extLst>
          </a:blip>
          <a:stretch>
            <a:fillRect/>
          </a:stretch>
        </p:blipFill>
        <p:spPr>
          <a:xfrm>
            <a:off x="5536572" y="3251781"/>
            <a:ext cx="6655428" cy="3025194"/>
          </a:xfrm>
          <a:prstGeom prst="rect">
            <a:avLst/>
          </a:prstGeom>
        </p:spPr>
      </p:pic>
      <p:pic>
        <p:nvPicPr>
          <p:cNvPr id="15" name="Picture 14">
            <a:extLst>
              <a:ext uri="{FF2B5EF4-FFF2-40B4-BE49-F238E27FC236}">
                <a16:creationId xmlns:a16="http://schemas.microsoft.com/office/drawing/2014/main" id="{DE5870B2-20F1-1880-1D47-3938D8B3F755}"/>
              </a:ext>
            </a:extLst>
          </p:cNvPr>
          <p:cNvPicPr>
            <a:picLocks noChangeAspect="1"/>
          </p:cNvPicPr>
          <p:nvPr/>
        </p:nvPicPr>
        <p:blipFill>
          <a:blip r:embed="rId4"/>
          <a:stretch>
            <a:fillRect/>
          </a:stretch>
        </p:blipFill>
        <p:spPr>
          <a:xfrm>
            <a:off x="5536571" y="114853"/>
            <a:ext cx="6655429" cy="3136928"/>
          </a:xfrm>
          <a:prstGeom prst="rect">
            <a:avLst/>
          </a:prstGeom>
        </p:spPr>
      </p:pic>
      <p:sp>
        <p:nvSpPr>
          <p:cNvPr id="16" name="TextBox 15">
            <a:extLst>
              <a:ext uri="{FF2B5EF4-FFF2-40B4-BE49-F238E27FC236}">
                <a16:creationId xmlns:a16="http://schemas.microsoft.com/office/drawing/2014/main" id="{D8D397B2-6019-36BE-151F-6F67415FE962}"/>
              </a:ext>
            </a:extLst>
          </p:cNvPr>
          <p:cNvSpPr txBox="1"/>
          <p:nvPr/>
        </p:nvSpPr>
        <p:spPr>
          <a:xfrm>
            <a:off x="390939" y="1921966"/>
            <a:ext cx="4837044" cy="3416320"/>
          </a:xfrm>
          <a:prstGeom prst="rect">
            <a:avLst/>
          </a:prstGeom>
          <a:noFill/>
        </p:spPr>
        <p:txBody>
          <a:bodyPr wrap="square" rtlCol="0">
            <a:spAutoFit/>
          </a:bodyPr>
          <a:lstStyle/>
          <a:p>
            <a:pPr marL="285750" indent="-285750">
              <a:buFont typeface="Arial" panose="020B0604020202020204" pitchFamily="34" charset="0"/>
              <a:buChar char="•"/>
            </a:pPr>
            <a:r>
              <a:rPr lang="en-US" dirty="0"/>
              <a:t>All houses were on the market at the time the data was acquired</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Initial dataset had 702 properties sourced from Kaggle/Redfin</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All properties were from the Minneapolis/ St. Paul area</a:t>
            </a:r>
          </a:p>
          <a:p>
            <a:pPr marL="742950" lvl="1" indent="-285750">
              <a:buFont typeface="Arial" panose="020B0604020202020204" pitchFamily="34" charset="0"/>
              <a:buChar char="•"/>
            </a:pPr>
            <a:r>
              <a:rPr lang="en-US" dirty="0"/>
              <a:t>Limiting the scope allows for less effects from differing laws, taxes, and other data that was not readily available</a:t>
            </a:r>
          </a:p>
        </p:txBody>
      </p:sp>
      <p:sp>
        <p:nvSpPr>
          <p:cNvPr id="17" name="TextBox 16">
            <a:extLst>
              <a:ext uri="{FF2B5EF4-FFF2-40B4-BE49-F238E27FC236}">
                <a16:creationId xmlns:a16="http://schemas.microsoft.com/office/drawing/2014/main" id="{709F824D-32A3-B6A8-BB47-78B52C7ED876}"/>
              </a:ext>
            </a:extLst>
          </p:cNvPr>
          <p:cNvSpPr txBox="1"/>
          <p:nvPr/>
        </p:nvSpPr>
        <p:spPr>
          <a:xfrm>
            <a:off x="0" y="6537296"/>
            <a:ext cx="6078908" cy="261610"/>
          </a:xfrm>
          <a:prstGeom prst="rect">
            <a:avLst/>
          </a:prstGeom>
          <a:noFill/>
        </p:spPr>
        <p:txBody>
          <a:bodyPr wrap="none" rtlCol="0">
            <a:spAutoFit/>
          </a:bodyPr>
          <a:lstStyle/>
          <a:p>
            <a:r>
              <a:rPr lang="en-US" sz="1100" dirty="0"/>
              <a:t>Data Sourced From: </a:t>
            </a:r>
            <a:r>
              <a:rPr lang="en-US" sz="1100" dirty="0">
                <a:hlinkClick r:id="rId5"/>
              </a:rPr>
              <a:t>https://www.kaggle.com/datasets/thuynyle/redfin-housing-market-data</a:t>
            </a:r>
            <a:r>
              <a:rPr lang="en-US" sz="1100" dirty="0"/>
              <a:t> </a:t>
            </a:r>
          </a:p>
        </p:txBody>
      </p:sp>
    </p:spTree>
    <p:extLst>
      <p:ext uri="{BB962C8B-B14F-4D97-AF65-F5344CB8AC3E}">
        <p14:creationId xmlns:p14="http://schemas.microsoft.com/office/powerpoint/2010/main" val="22569559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7856F544-5126-60A9-8C18-E410000D1609}"/>
              </a:ext>
            </a:extLst>
          </p:cNvPr>
          <p:cNvSpPr>
            <a:spLocks noGrp="1"/>
          </p:cNvSpPr>
          <p:nvPr>
            <p:ph type="sldNum" sz="quarter" idx="19"/>
          </p:nvPr>
        </p:nvSpPr>
        <p:spPr/>
        <p:txBody>
          <a:bodyPr/>
          <a:lstStyle/>
          <a:p>
            <a:fld id="{AEAA3239-9EA4-4A65-A281-97F994456D9F}" type="slidenum">
              <a:rPr lang="en-US" smtClean="0"/>
              <a:pPr/>
              <a:t>5</a:t>
            </a:fld>
            <a:endParaRPr lang="en-US" sz="900" dirty="0"/>
          </a:p>
        </p:txBody>
      </p:sp>
      <p:sp>
        <p:nvSpPr>
          <p:cNvPr id="8" name="TextBox 7">
            <a:extLst>
              <a:ext uri="{FF2B5EF4-FFF2-40B4-BE49-F238E27FC236}">
                <a16:creationId xmlns:a16="http://schemas.microsoft.com/office/drawing/2014/main" id="{5C19935C-ED94-488B-95A0-366AAD1C1A5E}"/>
              </a:ext>
            </a:extLst>
          </p:cNvPr>
          <p:cNvSpPr txBox="1"/>
          <p:nvPr/>
        </p:nvSpPr>
        <p:spPr>
          <a:xfrm>
            <a:off x="252412" y="267668"/>
            <a:ext cx="10955535" cy="502890"/>
          </a:xfrm>
          <a:prstGeom prst="rect">
            <a:avLst/>
          </a:prstGeom>
          <a:noFill/>
        </p:spPr>
        <p:txBody>
          <a:bodyPr wrap="square" rtlCol="0">
            <a:normAutofit fontScale="92500" lnSpcReduction="20000"/>
          </a:bodyPr>
          <a:lstStyle/>
          <a:p>
            <a:pPr marL="0" algn="l">
              <a:buNone/>
            </a:pPr>
            <a:r>
              <a:rPr lang="en-US" sz="3600" b="1" dirty="0">
                <a:solidFill>
                  <a:srgbClr val="105237"/>
                </a:solidFill>
                <a:effectLst/>
                <a:latin typeface="Avenir Next LT Pro" panose="020B0504020202020204" pitchFamily="34" charset="0"/>
              </a:rPr>
              <a:t>Plan for Data Cleanup and Modeling</a:t>
            </a:r>
            <a:endParaRPr lang="en-US" b="1" dirty="0"/>
          </a:p>
        </p:txBody>
      </p:sp>
      <p:graphicFrame>
        <p:nvGraphicFramePr>
          <p:cNvPr id="13" name="Diagram 12">
            <a:extLst>
              <a:ext uri="{FF2B5EF4-FFF2-40B4-BE49-F238E27FC236}">
                <a16:creationId xmlns:a16="http://schemas.microsoft.com/office/drawing/2014/main" id="{8F138E80-EDB8-D9FE-C272-4AD44C76D7E0}"/>
              </a:ext>
            </a:extLst>
          </p:cNvPr>
          <p:cNvGraphicFramePr/>
          <p:nvPr>
            <p:extLst>
              <p:ext uri="{D42A27DB-BD31-4B8C-83A1-F6EECF244321}">
                <p14:modId xmlns:p14="http://schemas.microsoft.com/office/powerpoint/2010/main" val="1375498142"/>
              </p:ext>
            </p:extLst>
          </p:nvPr>
        </p:nvGraphicFramePr>
        <p:xfrm>
          <a:off x="1046922" y="1038511"/>
          <a:ext cx="10161025" cy="322868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4" name="TextBox 13">
            <a:extLst>
              <a:ext uri="{FF2B5EF4-FFF2-40B4-BE49-F238E27FC236}">
                <a16:creationId xmlns:a16="http://schemas.microsoft.com/office/drawing/2014/main" id="{9FDE6C61-EA35-9F02-FDB5-3E4978D3E630}"/>
              </a:ext>
            </a:extLst>
          </p:cNvPr>
          <p:cNvSpPr txBox="1"/>
          <p:nvPr/>
        </p:nvSpPr>
        <p:spPr>
          <a:xfrm>
            <a:off x="556591" y="4744278"/>
            <a:ext cx="5539409" cy="1477328"/>
          </a:xfrm>
          <a:prstGeom prst="rect">
            <a:avLst/>
          </a:prstGeom>
          <a:noFill/>
        </p:spPr>
        <p:txBody>
          <a:bodyPr wrap="square" rtlCol="0">
            <a:spAutoFit/>
          </a:bodyPr>
          <a:lstStyle/>
          <a:p>
            <a:pPr marL="285750" indent="-285750">
              <a:buFont typeface="Arial" panose="020B0604020202020204" pitchFamily="34" charset="0"/>
              <a:buChar char="•"/>
            </a:pPr>
            <a:r>
              <a:rPr lang="en-US" dirty="0"/>
              <a:t>Notes on Data Cleanup for Data Points:</a:t>
            </a:r>
          </a:p>
          <a:p>
            <a:pPr marL="742950" lvl="1" indent="-285750">
              <a:buFont typeface="Arial" panose="020B0604020202020204" pitchFamily="34" charset="0"/>
              <a:buChar char="•"/>
            </a:pPr>
            <a:r>
              <a:rPr lang="en-US" dirty="0"/>
              <a:t>31 total data points were removed because they were vacant land</a:t>
            </a:r>
          </a:p>
          <a:p>
            <a:pPr marL="1200150" lvl="2" indent="-285750">
              <a:buFont typeface="Arial" panose="020B0604020202020204" pitchFamily="34" charset="0"/>
              <a:buChar char="•"/>
            </a:pPr>
            <a:r>
              <a:rPr lang="en-US" dirty="0"/>
              <a:t>Remaining 671 samples were used for modeling/testing</a:t>
            </a:r>
          </a:p>
        </p:txBody>
      </p:sp>
      <p:sp>
        <p:nvSpPr>
          <p:cNvPr id="15" name="TextBox 14">
            <a:extLst>
              <a:ext uri="{FF2B5EF4-FFF2-40B4-BE49-F238E27FC236}">
                <a16:creationId xmlns:a16="http://schemas.microsoft.com/office/drawing/2014/main" id="{2FFF6996-B636-863A-8C2B-338E145700FE}"/>
              </a:ext>
            </a:extLst>
          </p:cNvPr>
          <p:cNvSpPr txBox="1"/>
          <p:nvPr/>
        </p:nvSpPr>
        <p:spPr>
          <a:xfrm>
            <a:off x="6127434" y="4744278"/>
            <a:ext cx="5539409" cy="1754326"/>
          </a:xfrm>
          <a:prstGeom prst="rect">
            <a:avLst/>
          </a:prstGeom>
          <a:noFill/>
        </p:spPr>
        <p:txBody>
          <a:bodyPr wrap="square" rtlCol="0">
            <a:spAutoFit/>
          </a:bodyPr>
          <a:lstStyle/>
          <a:p>
            <a:pPr marL="285750" indent="-285750">
              <a:buFont typeface="Arial" panose="020B0604020202020204" pitchFamily="34" charset="0"/>
              <a:buChar char="•"/>
            </a:pPr>
            <a:r>
              <a:rPr lang="en-US" dirty="0"/>
              <a:t>Notes on Data Cleanup for Features:</a:t>
            </a:r>
          </a:p>
          <a:p>
            <a:pPr marL="742950" lvl="1" indent="-285750">
              <a:buFont typeface="Arial" panose="020B0604020202020204" pitchFamily="34" charset="0"/>
              <a:buChar char="•"/>
            </a:pPr>
            <a:r>
              <a:rPr lang="en-US" dirty="0"/>
              <a:t>11 features were removed</a:t>
            </a:r>
          </a:p>
          <a:p>
            <a:pPr marL="1200150" lvl="2" indent="-285750">
              <a:buFont typeface="Arial" panose="020B0604020202020204" pitchFamily="34" charset="0"/>
              <a:buChar char="•"/>
            </a:pPr>
            <a:r>
              <a:rPr lang="en-US" dirty="0"/>
              <a:t>Features included information that was not useful for modeling such as state (all samples are in MN), URL, Sold Date (all houses were on market)</a:t>
            </a:r>
          </a:p>
        </p:txBody>
      </p:sp>
    </p:spTree>
    <p:extLst>
      <p:ext uri="{BB962C8B-B14F-4D97-AF65-F5344CB8AC3E}">
        <p14:creationId xmlns:p14="http://schemas.microsoft.com/office/powerpoint/2010/main" val="19208283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7F5354F8-EEEF-D56B-F87B-26260830352B}"/>
              </a:ext>
            </a:extLst>
          </p:cNvPr>
          <p:cNvSpPr>
            <a:spLocks noGrp="1"/>
          </p:cNvSpPr>
          <p:nvPr>
            <p:ph type="sldNum" sz="quarter" idx="19"/>
          </p:nvPr>
        </p:nvSpPr>
        <p:spPr/>
        <p:txBody>
          <a:bodyPr/>
          <a:lstStyle/>
          <a:p>
            <a:fld id="{AEAA3239-9EA4-4A65-A281-97F994456D9F}" type="slidenum">
              <a:rPr lang="en-US" smtClean="0"/>
              <a:pPr/>
              <a:t>6</a:t>
            </a:fld>
            <a:endParaRPr lang="en-US" sz="900" dirty="0"/>
          </a:p>
        </p:txBody>
      </p:sp>
      <p:sp>
        <p:nvSpPr>
          <p:cNvPr id="12" name="TextBox 11">
            <a:extLst>
              <a:ext uri="{FF2B5EF4-FFF2-40B4-BE49-F238E27FC236}">
                <a16:creationId xmlns:a16="http://schemas.microsoft.com/office/drawing/2014/main" id="{BC37DA36-73D1-4F1F-897B-4261CB5B38A2}"/>
              </a:ext>
            </a:extLst>
          </p:cNvPr>
          <p:cNvSpPr txBox="1"/>
          <p:nvPr/>
        </p:nvSpPr>
        <p:spPr>
          <a:xfrm>
            <a:off x="252412" y="267668"/>
            <a:ext cx="10955535" cy="502890"/>
          </a:xfrm>
          <a:prstGeom prst="rect">
            <a:avLst/>
          </a:prstGeom>
          <a:noFill/>
        </p:spPr>
        <p:txBody>
          <a:bodyPr wrap="square" rtlCol="0">
            <a:normAutofit fontScale="92500" lnSpcReduction="20000"/>
          </a:bodyPr>
          <a:lstStyle/>
          <a:p>
            <a:pPr marL="0" algn="l">
              <a:buNone/>
            </a:pPr>
            <a:r>
              <a:rPr lang="en-US" sz="3600" b="1" dirty="0">
                <a:solidFill>
                  <a:srgbClr val="105237"/>
                </a:solidFill>
                <a:effectLst/>
                <a:latin typeface="Avenir Next LT Pro" panose="020B0504020202020204" pitchFamily="34" charset="0"/>
              </a:rPr>
              <a:t>Feature Correlation with Housing Prices</a:t>
            </a:r>
            <a:endParaRPr lang="en-US" b="1" dirty="0"/>
          </a:p>
        </p:txBody>
      </p:sp>
      <p:pic>
        <p:nvPicPr>
          <p:cNvPr id="5" name="Picture 4">
            <a:extLst>
              <a:ext uri="{FF2B5EF4-FFF2-40B4-BE49-F238E27FC236}">
                <a16:creationId xmlns:a16="http://schemas.microsoft.com/office/drawing/2014/main" id="{2AD77585-1FA0-56BC-3662-1DEC10271CBC}"/>
              </a:ext>
            </a:extLst>
          </p:cNvPr>
          <p:cNvPicPr>
            <a:picLocks noChangeAspect="1"/>
          </p:cNvPicPr>
          <p:nvPr/>
        </p:nvPicPr>
        <p:blipFill>
          <a:blip r:embed="rId3"/>
          <a:stretch>
            <a:fillRect/>
          </a:stretch>
        </p:blipFill>
        <p:spPr>
          <a:xfrm>
            <a:off x="5605405" y="832567"/>
            <a:ext cx="6239746" cy="5677692"/>
          </a:xfrm>
          <a:prstGeom prst="rect">
            <a:avLst/>
          </a:prstGeom>
        </p:spPr>
      </p:pic>
      <p:sp>
        <p:nvSpPr>
          <p:cNvPr id="16" name="TextBox 15">
            <a:extLst>
              <a:ext uri="{FF2B5EF4-FFF2-40B4-BE49-F238E27FC236}">
                <a16:creationId xmlns:a16="http://schemas.microsoft.com/office/drawing/2014/main" id="{A3D9C0C1-F515-81D5-836F-3A2208ED4D79}"/>
              </a:ext>
            </a:extLst>
          </p:cNvPr>
          <p:cNvSpPr txBox="1"/>
          <p:nvPr/>
        </p:nvSpPr>
        <p:spPr>
          <a:xfrm>
            <a:off x="377688" y="1186069"/>
            <a:ext cx="5227718" cy="4524315"/>
          </a:xfrm>
          <a:prstGeom prst="rect">
            <a:avLst/>
          </a:prstGeom>
          <a:noFill/>
        </p:spPr>
        <p:txBody>
          <a:bodyPr wrap="square" rtlCol="0">
            <a:spAutoFit/>
          </a:bodyPr>
          <a:lstStyle/>
          <a:p>
            <a:pPr marL="285750" indent="-285750">
              <a:buFont typeface="Arial" panose="020B0604020202020204" pitchFamily="34" charset="0"/>
              <a:buChar char="•"/>
            </a:pPr>
            <a:r>
              <a:rPr lang="en-US" dirty="0"/>
              <a:t>All numerical features were compared to Price to determine if there are any correlations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Beds, Baths, Square feet and Price/Square foot all exhibited a positive correlation</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Likely multicollinearity</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Next step: Explore the relationships of these features with Price</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Interestingly, the # Beds had a loose negative correlation with HOA/Month</a:t>
            </a:r>
          </a:p>
          <a:p>
            <a:pPr marL="742950" lvl="1" indent="-285750">
              <a:buFont typeface="Arial" panose="020B0604020202020204" pitchFamily="34" charset="0"/>
              <a:buChar char="•"/>
            </a:pPr>
            <a:r>
              <a:rPr lang="en-US" dirty="0"/>
              <a:t>Likely smaller residences such as condos</a:t>
            </a:r>
          </a:p>
          <a:p>
            <a:pPr marL="742950" lvl="1"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29520093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6EF326-D91E-7C88-BB00-953BA102C37D}"/>
            </a:ext>
          </a:extLst>
        </p:cNvPr>
        <p:cNvGrpSpPr/>
        <p:nvPr/>
      </p:nvGrpSpPr>
      <p:grpSpPr>
        <a:xfrm>
          <a:off x="0" y="0"/>
          <a:ext cx="0" cy="0"/>
          <a:chOff x="0" y="0"/>
          <a:chExt cx="0" cy="0"/>
        </a:xfrm>
      </p:grpSpPr>
      <p:pic>
        <p:nvPicPr>
          <p:cNvPr id="8" name="Content Placeholder 7">
            <a:extLst>
              <a:ext uri="{FF2B5EF4-FFF2-40B4-BE49-F238E27FC236}">
                <a16:creationId xmlns:a16="http://schemas.microsoft.com/office/drawing/2014/main" id="{C1E0B782-1724-C5F1-1E4D-A7CB007C515A}"/>
              </a:ext>
            </a:extLst>
          </p:cNvPr>
          <p:cNvPicPr>
            <a:picLocks noGrp="1" noChangeAspect="1"/>
          </p:cNvPicPr>
          <p:nvPr>
            <p:ph sz="quarter" idx="15"/>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sp>
        <p:nvSpPr>
          <p:cNvPr id="7" name="Slide Number Placeholder 6">
            <a:extLst>
              <a:ext uri="{FF2B5EF4-FFF2-40B4-BE49-F238E27FC236}">
                <a16:creationId xmlns:a16="http://schemas.microsoft.com/office/drawing/2014/main" id="{194943EF-CA13-C51D-6DF0-2B2DB93A8982}"/>
              </a:ext>
            </a:extLst>
          </p:cNvPr>
          <p:cNvSpPr>
            <a:spLocks noGrp="1"/>
          </p:cNvSpPr>
          <p:nvPr>
            <p:ph type="sldNum" sz="quarter" idx="19"/>
          </p:nvPr>
        </p:nvSpPr>
        <p:spPr/>
        <p:txBody>
          <a:bodyPr/>
          <a:lstStyle/>
          <a:p>
            <a:fld id="{AEAA3239-9EA4-4A65-A281-97F994456D9F}" type="slidenum">
              <a:rPr lang="en-US" smtClean="0"/>
              <a:pPr/>
              <a:t>7</a:t>
            </a:fld>
            <a:endParaRPr lang="en-US" sz="900" dirty="0"/>
          </a:p>
        </p:txBody>
      </p:sp>
      <p:sp>
        <p:nvSpPr>
          <p:cNvPr id="12" name="TextBox 11">
            <a:extLst>
              <a:ext uri="{FF2B5EF4-FFF2-40B4-BE49-F238E27FC236}">
                <a16:creationId xmlns:a16="http://schemas.microsoft.com/office/drawing/2014/main" id="{FCA12622-E457-9392-39B3-9BB8AF08329A}"/>
              </a:ext>
            </a:extLst>
          </p:cNvPr>
          <p:cNvSpPr txBox="1"/>
          <p:nvPr/>
        </p:nvSpPr>
        <p:spPr>
          <a:xfrm>
            <a:off x="252412" y="267668"/>
            <a:ext cx="10955535" cy="502890"/>
          </a:xfrm>
          <a:prstGeom prst="rect">
            <a:avLst/>
          </a:prstGeom>
          <a:noFill/>
        </p:spPr>
        <p:txBody>
          <a:bodyPr wrap="square" rtlCol="0">
            <a:normAutofit fontScale="92500" lnSpcReduction="20000"/>
          </a:bodyPr>
          <a:lstStyle/>
          <a:p>
            <a:pPr marL="0" algn="l">
              <a:buNone/>
            </a:pPr>
            <a:r>
              <a:rPr lang="en-US" sz="3600" b="1" dirty="0">
                <a:solidFill>
                  <a:srgbClr val="105237"/>
                </a:solidFill>
                <a:effectLst/>
                <a:latin typeface="Avenir Next LT Pro" panose="020B0504020202020204" pitchFamily="34" charset="0"/>
              </a:rPr>
              <a:t>Feature Correlation with Housing Prices</a:t>
            </a:r>
            <a:endParaRPr lang="en-US" b="1" dirty="0"/>
          </a:p>
        </p:txBody>
      </p:sp>
      <p:pic>
        <p:nvPicPr>
          <p:cNvPr id="5" name="Picture 4">
            <a:extLst>
              <a:ext uri="{FF2B5EF4-FFF2-40B4-BE49-F238E27FC236}">
                <a16:creationId xmlns:a16="http://schemas.microsoft.com/office/drawing/2014/main" id="{964F62AA-3A23-73A8-8ACF-4CD5ABFBAC39}"/>
              </a:ext>
            </a:extLst>
          </p:cNvPr>
          <p:cNvPicPr>
            <a:picLocks noChangeAspect="1"/>
          </p:cNvPicPr>
          <p:nvPr/>
        </p:nvPicPr>
        <p:blipFill>
          <a:blip r:embed="rId5"/>
          <a:stretch>
            <a:fillRect/>
          </a:stretch>
        </p:blipFill>
        <p:spPr>
          <a:xfrm>
            <a:off x="5605405" y="832567"/>
            <a:ext cx="6239746" cy="5677692"/>
          </a:xfrm>
          <a:prstGeom prst="rect">
            <a:avLst/>
          </a:prstGeom>
        </p:spPr>
      </p:pic>
      <p:sp>
        <p:nvSpPr>
          <p:cNvPr id="2" name="Rectangle 1">
            <a:extLst>
              <a:ext uri="{FF2B5EF4-FFF2-40B4-BE49-F238E27FC236}">
                <a16:creationId xmlns:a16="http://schemas.microsoft.com/office/drawing/2014/main" id="{AE378E7C-E284-BD12-838D-6A234E16BF61}"/>
              </a:ext>
            </a:extLst>
          </p:cNvPr>
          <p:cNvSpPr/>
          <p:nvPr/>
        </p:nvSpPr>
        <p:spPr>
          <a:xfrm>
            <a:off x="5552661" y="1106557"/>
            <a:ext cx="1437862" cy="4918876"/>
          </a:xfrm>
          <a:prstGeom prst="rect">
            <a:avLst/>
          </a:prstGeom>
          <a:noFill/>
          <a:ln w="7620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6279560A-F77E-4BA9-412A-F517B187C781}"/>
              </a:ext>
            </a:extLst>
          </p:cNvPr>
          <p:cNvSpPr txBox="1"/>
          <p:nvPr/>
        </p:nvSpPr>
        <p:spPr>
          <a:xfrm>
            <a:off x="377688" y="1186069"/>
            <a:ext cx="5227718" cy="4524315"/>
          </a:xfrm>
          <a:prstGeom prst="rect">
            <a:avLst/>
          </a:prstGeom>
          <a:noFill/>
        </p:spPr>
        <p:txBody>
          <a:bodyPr wrap="square" rtlCol="0">
            <a:spAutoFit/>
          </a:bodyPr>
          <a:lstStyle/>
          <a:p>
            <a:pPr marL="285750" indent="-285750">
              <a:buFont typeface="Arial" panose="020B0604020202020204" pitchFamily="34" charset="0"/>
              <a:buChar char="•"/>
            </a:pPr>
            <a:r>
              <a:rPr lang="en-US" dirty="0"/>
              <a:t>All numerical features were compared to Price to determine if there are any correlations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Beds, Baths, Square feet and Price/Square foot all exhibited a positive correlation</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Likely multicollinearity</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Next step: Explore the relationships of these features with Price</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Interestingly, the # Beds had a loose negative correlation with HOA/Month</a:t>
            </a:r>
          </a:p>
          <a:p>
            <a:pPr marL="742950" lvl="1" indent="-285750">
              <a:buFont typeface="Arial" panose="020B0604020202020204" pitchFamily="34" charset="0"/>
              <a:buChar char="•"/>
            </a:pPr>
            <a:r>
              <a:rPr lang="en-US" dirty="0"/>
              <a:t>Likely smaller residences such as condos</a:t>
            </a:r>
          </a:p>
          <a:p>
            <a:pPr marL="742950" lvl="1"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20535756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58E3191F-1D0A-7A87-CC7E-DF3B3253B6E7}"/>
              </a:ext>
            </a:extLst>
          </p:cNvPr>
          <p:cNvSpPr>
            <a:spLocks noGrp="1"/>
          </p:cNvSpPr>
          <p:nvPr>
            <p:ph type="sldNum" sz="quarter" idx="19"/>
          </p:nvPr>
        </p:nvSpPr>
        <p:spPr/>
        <p:txBody>
          <a:bodyPr/>
          <a:lstStyle/>
          <a:p>
            <a:fld id="{AEAA3239-9EA4-4A65-A281-97F994456D9F}" type="slidenum">
              <a:rPr lang="en-US" smtClean="0"/>
              <a:pPr/>
              <a:t>8</a:t>
            </a:fld>
            <a:endParaRPr lang="en-US" sz="900" dirty="0"/>
          </a:p>
        </p:txBody>
      </p:sp>
      <p:pic>
        <p:nvPicPr>
          <p:cNvPr id="8" name="Picture 7">
            <a:extLst>
              <a:ext uri="{FF2B5EF4-FFF2-40B4-BE49-F238E27FC236}">
                <a16:creationId xmlns:a16="http://schemas.microsoft.com/office/drawing/2014/main" id="{EBAEF1BD-1A51-34E6-A3E7-D59838194ABF}"/>
              </a:ext>
            </a:extLst>
          </p:cNvPr>
          <p:cNvPicPr>
            <a:picLocks noChangeAspect="1"/>
          </p:cNvPicPr>
          <p:nvPr/>
        </p:nvPicPr>
        <p:blipFill>
          <a:blip r:embed="rId2"/>
          <a:srcRect l="402" r="631"/>
          <a:stretch>
            <a:fillRect/>
          </a:stretch>
        </p:blipFill>
        <p:spPr>
          <a:xfrm>
            <a:off x="4426226" y="1572631"/>
            <a:ext cx="7538832" cy="4086836"/>
          </a:xfrm>
          <a:prstGeom prst="rect">
            <a:avLst/>
          </a:prstGeom>
        </p:spPr>
      </p:pic>
      <p:sp>
        <p:nvSpPr>
          <p:cNvPr id="9" name="TextBox 8">
            <a:extLst>
              <a:ext uri="{FF2B5EF4-FFF2-40B4-BE49-F238E27FC236}">
                <a16:creationId xmlns:a16="http://schemas.microsoft.com/office/drawing/2014/main" id="{A09F2EEE-391D-3016-54CA-4962FDDA4C43}"/>
              </a:ext>
            </a:extLst>
          </p:cNvPr>
          <p:cNvSpPr txBox="1"/>
          <p:nvPr/>
        </p:nvSpPr>
        <p:spPr>
          <a:xfrm>
            <a:off x="252412" y="267668"/>
            <a:ext cx="10955535" cy="502890"/>
          </a:xfrm>
          <a:prstGeom prst="rect">
            <a:avLst/>
          </a:prstGeom>
          <a:noFill/>
        </p:spPr>
        <p:txBody>
          <a:bodyPr wrap="square" rtlCol="0">
            <a:normAutofit fontScale="92500" lnSpcReduction="20000"/>
          </a:bodyPr>
          <a:lstStyle/>
          <a:p>
            <a:pPr marL="0" algn="l">
              <a:buNone/>
            </a:pPr>
            <a:r>
              <a:rPr lang="en-US" sz="3600" b="1" dirty="0">
                <a:solidFill>
                  <a:srgbClr val="105237"/>
                </a:solidFill>
                <a:effectLst/>
                <a:latin typeface="Avenir Next LT Pro" panose="020B0504020202020204" pitchFamily="34" charset="0"/>
              </a:rPr>
              <a:t>Feature Correlation with Housing Prices: Square Feet</a:t>
            </a:r>
            <a:endParaRPr lang="en-US" b="1" dirty="0"/>
          </a:p>
        </p:txBody>
      </p:sp>
      <p:sp>
        <p:nvSpPr>
          <p:cNvPr id="12" name="TextBox 11">
            <a:extLst>
              <a:ext uri="{FF2B5EF4-FFF2-40B4-BE49-F238E27FC236}">
                <a16:creationId xmlns:a16="http://schemas.microsoft.com/office/drawing/2014/main" id="{446702F5-FC80-C105-9F14-D17628531065}"/>
              </a:ext>
            </a:extLst>
          </p:cNvPr>
          <p:cNvSpPr txBox="1"/>
          <p:nvPr/>
        </p:nvSpPr>
        <p:spPr>
          <a:xfrm>
            <a:off x="6771861" y="2544421"/>
            <a:ext cx="875561" cy="430887"/>
          </a:xfrm>
          <a:prstGeom prst="rect">
            <a:avLst/>
          </a:prstGeom>
          <a:noFill/>
        </p:spPr>
        <p:txBody>
          <a:bodyPr wrap="none" rtlCol="0">
            <a:spAutoFit/>
          </a:bodyPr>
          <a:lstStyle/>
          <a:p>
            <a:r>
              <a:rPr lang="en-US" sz="1100" dirty="0"/>
              <a:t>R</a:t>
            </a:r>
            <a:r>
              <a:rPr lang="en-US" sz="1100" baseline="30000" dirty="0"/>
              <a:t>2</a:t>
            </a:r>
            <a:r>
              <a:rPr lang="en-US" sz="1100" dirty="0"/>
              <a:t> = 0.504</a:t>
            </a:r>
          </a:p>
          <a:p>
            <a:r>
              <a:rPr lang="en-US" sz="1100" dirty="0"/>
              <a:t>P &lt; 0.0001</a:t>
            </a:r>
          </a:p>
        </p:txBody>
      </p:sp>
      <p:sp>
        <p:nvSpPr>
          <p:cNvPr id="13" name="Content Placeholder 2">
            <a:extLst>
              <a:ext uri="{FF2B5EF4-FFF2-40B4-BE49-F238E27FC236}">
                <a16:creationId xmlns:a16="http://schemas.microsoft.com/office/drawing/2014/main" id="{0E50BE6C-8B37-3F5C-8B8B-1C6276977DF3}"/>
              </a:ext>
            </a:extLst>
          </p:cNvPr>
          <p:cNvSpPr txBox="1">
            <a:spLocks/>
          </p:cNvSpPr>
          <p:nvPr/>
        </p:nvSpPr>
        <p:spPr>
          <a:xfrm>
            <a:off x="685800" y="1855304"/>
            <a:ext cx="3602107" cy="3982279"/>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Font typeface="Arial" panose="020B0604020202020204" pitchFamily="34" charset="0"/>
              <a:buChar char="•"/>
              <a:defRPr sz="1400" b="0" i="0" kern="1200">
                <a:solidFill>
                  <a:schemeClr val="accent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400" b="0" i="0" kern="1200">
                <a:solidFill>
                  <a:schemeClr val="accent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b="0" i="0" kern="1200">
                <a:solidFill>
                  <a:schemeClr val="accent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b="0" i="0" kern="1200">
                <a:solidFill>
                  <a:schemeClr val="accent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400" b="0" i="0" kern="1200">
                <a:solidFill>
                  <a:schemeClr val="accen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Square feet has a weak correlation with price</a:t>
            </a:r>
          </a:p>
          <a:p>
            <a:pPr lvl="1"/>
            <a:r>
              <a:rPr lang="en-US"/>
              <a:t>This is expected as intuitively larger housing units cost more to build and are in higher demand</a:t>
            </a:r>
          </a:p>
          <a:p>
            <a:pPr lvl="1"/>
            <a:endParaRPr lang="en-US"/>
          </a:p>
          <a:p>
            <a:r>
              <a:rPr lang="en-US"/>
              <a:t>A similar conclusion can be made for Price per square foot</a:t>
            </a:r>
          </a:p>
          <a:p>
            <a:pPr lvl="1"/>
            <a:r>
              <a:rPr lang="en-US"/>
              <a:t>Feature removed for modeling purposes</a:t>
            </a:r>
          </a:p>
          <a:p>
            <a:pPr lvl="1"/>
            <a:endParaRPr lang="en-US"/>
          </a:p>
          <a:p>
            <a:endParaRPr lang="en-US" dirty="0"/>
          </a:p>
        </p:txBody>
      </p:sp>
      <p:sp>
        <p:nvSpPr>
          <p:cNvPr id="2" name="TextBox 1">
            <a:extLst>
              <a:ext uri="{FF2B5EF4-FFF2-40B4-BE49-F238E27FC236}">
                <a16:creationId xmlns:a16="http://schemas.microsoft.com/office/drawing/2014/main" id="{997363BE-EC27-9496-B29B-B4B7E3C39641}"/>
              </a:ext>
            </a:extLst>
          </p:cNvPr>
          <p:cNvSpPr txBox="1"/>
          <p:nvPr/>
        </p:nvSpPr>
        <p:spPr>
          <a:xfrm>
            <a:off x="9863331" y="2683569"/>
            <a:ext cx="875561" cy="430887"/>
          </a:xfrm>
          <a:prstGeom prst="rect">
            <a:avLst/>
          </a:prstGeom>
          <a:noFill/>
        </p:spPr>
        <p:txBody>
          <a:bodyPr wrap="none" rtlCol="0">
            <a:spAutoFit/>
          </a:bodyPr>
          <a:lstStyle/>
          <a:p>
            <a:r>
              <a:rPr lang="en-US" sz="1100" dirty="0"/>
              <a:t>R</a:t>
            </a:r>
            <a:r>
              <a:rPr lang="en-US" sz="1100" baseline="30000" dirty="0"/>
              <a:t>2</a:t>
            </a:r>
            <a:r>
              <a:rPr lang="en-US" sz="1100" dirty="0"/>
              <a:t> = 0.220</a:t>
            </a:r>
          </a:p>
          <a:p>
            <a:r>
              <a:rPr lang="en-US" sz="1100" dirty="0"/>
              <a:t>P &lt; 0.0001</a:t>
            </a:r>
          </a:p>
        </p:txBody>
      </p:sp>
    </p:spTree>
    <p:extLst>
      <p:ext uri="{BB962C8B-B14F-4D97-AF65-F5344CB8AC3E}">
        <p14:creationId xmlns:p14="http://schemas.microsoft.com/office/powerpoint/2010/main" val="28496682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A53BA1-C25D-7AC3-C673-6750895103B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189DADF-E5E9-F44E-133F-225766D9CA41}"/>
              </a:ext>
            </a:extLst>
          </p:cNvPr>
          <p:cNvSpPr>
            <a:spLocks noGrp="1"/>
          </p:cNvSpPr>
          <p:nvPr>
            <p:ph sz="quarter" idx="15"/>
          </p:nvPr>
        </p:nvSpPr>
        <p:spPr>
          <a:xfrm>
            <a:off x="685800" y="1855304"/>
            <a:ext cx="3602107" cy="3982279"/>
          </a:xfrm>
        </p:spPr>
        <p:txBody>
          <a:bodyPr/>
          <a:lstStyle/>
          <a:p>
            <a:r>
              <a:rPr lang="en-US" dirty="0"/>
              <a:t>Square feet has a weak correlation with price</a:t>
            </a:r>
          </a:p>
          <a:p>
            <a:pPr lvl="1"/>
            <a:r>
              <a:rPr lang="en-US" dirty="0"/>
              <a:t>This is expected as intuitively larger housing units cost more to build and are in higher demand</a:t>
            </a:r>
          </a:p>
          <a:p>
            <a:pPr lvl="1"/>
            <a:endParaRPr lang="en-US" dirty="0"/>
          </a:p>
          <a:p>
            <a:r>
              <a:rPr lang="en-US" dirty="0"/>
              <a:t>A similar conclusion can be made for Price per square foot</a:t>
            </a:r>
          </a:p>
          <a:p>
            <a:pPr lvl="1"/>
            <a:r>
              <a:rPr lang="en-US" dirty="0"/>
              <a:t>Feature removed for modeling purposes</a:t>
            </a:r>
          </a:p>
          <a:p>
            <a:pPr lvl="1"/>
            <a:endParaRPr lang="en-US" dirty="0"/>
          </a:p>
          <a:p>
            <a:endParaRPr lang="en-US" dirty="0"/>
          </a:p>
        </p:txBody>
      </p:sp>
      <p:sp>
        <p:nvSpPr>
          <p:cNvPr id="7" name="Slide Number Placeholder 6">
            <a:extLst>
              <a:ext uri="{FF2B5EF4-FFF2-40B4-BE49-F238E27FC236}">
                <a16:creationId xmlns:a16="http://schemas.microsoft.com/office/drawing/2014/main" id="{C14B252B-2621-5E8B-F185-AB4C6DED6FF3}"/>
              </a:ext>
            </a:extLst>
          </p:cNvPr>
          <p:cNvSpPr>
            <a:spLocks noGrp="1"/>
          </p:cNvSpPr>
          <p:nvPr>
            <p:ph type="sldNum" sz="quarter" idx="19"/>
          </p:nvPr>
        </p:nvSpPr>
        <p:spPr/>
        <p:txBody>
          <a:bodyPr/>
          <a:lstStyle/>
          <a:p>
            <a:fld id="{AEAA3239-9EA4-4A65-A281-97F994456D9F}" type="slidenum">
              <a:rPr lang="en-US" smtClean="0"/>
              <a:pPr/>
              <a:t>9</a:t>
            </a:fld>
            <a:endParaRPr lang="en-US" sz="900" dirty="0"/>
          </a:p>
        </p:txBody>
      </p:sp>
      <p:pic>
        <p:nvPicPr>
          <p:cNvPr id="8" name="Picture 7">
            <a:extLst>
              <a:ext uri="{FF2B5EF4-FFF2-40B4-BE49-F238E27FC236}">
                <a16:creationId xmlns:a16="http://schemas.microsoft.com/office/drawing/2014/main" id="{E3C0EA35-889A-8B7B-C8EB-020E0371701F}"/>
              </a:ext>
            </a:extLst>
          </p:cNvPr>
          <p:cNvPicPr>
            <a:picLocks noChangeAspect="1"/>
          </p:cNvPicPr>
          <p:nvPr/>
        </p:nvPicPr>
        <p:blipFill>
          <a:blip r:embed="rId2"/>
          <a:srcRect l="402" r="631"/>
          <a:stretch>
            <a:fillRect/>
          </a:stretch>
        </p:blipFill>
        <p:spPr>
          <a:xfrm>
            <a:off x="4426226" y="1572631"/>
            <a:ext cx="7538832" cy="4086836"/>
          </a:xfrm>
          <a:prstGeom prst="rect">
            <a:avLst/>
          </a:prstGeom>
        </p:spPr>
      </p:pic>
      <p:sp>
        <p:nvSpPr>
          <p:cNvPr id="9" name="TextBox 8">
            <a:extLst>
              <a:ext uri="{FF2B5EF4-FFF2-40B4-BE49-F238E27FC236}">
                <a16:creationId xmlns:a16="http://schemas.microsoft.com/office/drawing/2014/main" id="{DA49A9F0-AA92-2F08-6256-54F12B5D90B7}"/>
              </a:ext>
            </a:extLst>
          </p:cNvPr>
          <p:cNvSpPr txBox="1"/>
          <p:nvPr/>
        </p:nvSpPr>
        <p:spPr>
          <a:xfrm>
            <a:off x="252412" y="267668"/>
            <a:ext cx="10955535" cy="502890"/>
          </a:xfrm>
          <a:prstGeom prst="rect">
            <a:avLst/>
          </a:prstGeom>
          <a:noFill/>
        </p:spPr>
        <p:txBody>
          <a:bodyPr wrap="square" rtlCol="0">
            <a:normAutofit fontScale="92500" lnSpcReduction="20000"/>
          </a:bodyPr>
          <a:lstStyle/>
          <a:p>
            <a:pPr marL="0" algn="l">
              <a:buNone/>
            </a:pPr>
            <a:r>
              <a:rPr lang="en-US" sz="3600" b="1" dirty="0">
                <a:solidFill>
                  <a:srgbClr val="105237"/>
                </a:solidFill>
                <a:effectLst/>
                <a:latin typeface="Avenir Next LT Pro" panose="020B0504020202020204" pitchFamily="34" charset="0"/>
              </a:rPr>
              <a:t>Feature Correlation with Housing Prices: Square Feet</a:t>
            </a:r>
            <a:endParaRPr lang="en-US" b="1" dirty="0"/>
          </a:p>
        </p:txBody>
      </p:sp>
      <p:sp>
        <p:nvSpPr>
          <p:cNvPr id="12" name="TextBox 11">
            <a:extLst>
              <a:ext uri="{FF2B5EF4-FFF2-40B4-BE49-F238E27FC236}">
                <a16:creationId xmlns:a16="http://schemas.microsoft.com/office/drawing/2014/main" id="{5E507057-4EA1-25EA-B40E-F2AFA425E2C3}"/>
              </a:ext>
            </a:extLst>
          </p:cNvPr>
          <p:cNvSpPr txBox="1"/>
          <p:nvPr/>
        </p:nvSpPr>
        <p:spPr>
          <a:xfrm>
            <a:off x="6771861" y="2544421"/>
            <a:ext cx="875561" cy="430887"/>
          </a:xfrm>
          <a:prstGeom prst="rect">
            <a:avLst/>
          </a:prstGeom>
          <a:noFill/>
        </p:spPr>
        <p:txBody>
          <a:bodyPr wrap="none" rtlCol="0">
            <a:spAutoFit/>
          </a:bodyPr>
          <a:lstStyle/>
          <a:p>
            <a:r>
              <a:rPr lang="en-US" sz="1100" dirty="0"/>
              <a:t>R</a:t>
            </a:r>
            <a:r>
              <a:rPr lang="en-US" sz="1100" baseline="30000" dirty="0"/>
              <a:t>2</a:t>
            </a:r>
            <a:r>
              <a:rPr lang="en-US" sz="1100" dirty="0"/>
              <a:t> = 0.504</a:t>
            </a:r>
          </a:p>
          <a:p>
            <a:r>
              <a:rPr lang="en-US" sz="1100" dirty="0"/>
              <a:t>P &lt; 0.0001</a:t>
            </a:r>
          </a:p>
        </p:txBody>
      </p:sp>
      <p:sp>
        <p:nvSpPr>
          <p:cNvPr id="2" name="Right Brace 1">
            <a:extLst>
              <a:ext uri="{FF2B5EF4-FFF2-40B4-BE49-F238E27FC236}">
                <a16:creationId xmlns:a16="http://schemas.microsoft.com/office/drawing/2014/main" id="{A33E35DC-8902-EBD3-C115-ABDDB04532A2}"/>
              </a:ext>
            </a:extLst>
          </p:cNvPr>
          <p:cNvSpPr/>
          <p:nvPr/>
        </p:nvSpPr>
        <p:spPr>
          <a:xfrm rot="5400000">
            <a:off x="9974778" y="4227187"/>
            <a:ext cx="652670" cy="3051251"/>
          </a:xfrm>
          <a:prstGeom prst="rightBrace">
            <a:avLst/>
          </a:prstGeom>
          <a:ln w="3810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 name="TextBox 3">
            <a:extLst>
              <a:ext uri="{FF2B5EF4-FFF2-40B4-BE49-F238E27FC236}">
                <a16:creationId xmlns:a16="http://schemas.microsoft.com/office/drawing/2014/main" id="{7A33126D-6D55-13C6-A7E0-38FFF2240BF7}"/>
              </a:ext>
            </a:extLst>
          </p:cNvPr>
          <p:cNvSpPr txBox="1"/>
          <p:nvPr/>
        </p:nvSpPr>
        <p:spPr>
          <a:xfrm>
            <a:off x="9055408" y="6211670"/>
            <a:ext cx="2491409" cy="646331"/>
          </a:xfrm>
          <a:prstGeom prst="rect">
            <a:avLst/>
          </a:prstGeom>
          <a:noFill/>
        </p:spPr>
        <p:txBody>
          <a:bodyPr wrap="square" rtlCol="0">
            <a:spAutoFit/>
          </a:bodyPr>
          <a:lstStyle/>
          <a:p>
            <a:r>
              <a:rPr lang="en-US" dirty="0"/>
              <a:t>Feature Removed to Prevent Data Leakage</a:t>
            </a:r>
          </a:p>
        </p:txBody>
      </p:sp>
      <p:sp>
        <p:nvSpPr>
          <p:cNvPr id="10" name="TextBox 9">
            <a:extLst>
              <a:ext uri="{FF2B5EF4-FFF2-40B4-BE49-F238E27FC236}">
                <a16:creationId xmlns:a16="http://schemas.microsoft.com/office/drawing/2014/main" id="{BAE4A745-7E87-8566-F9EF-0FA009CDC204}"/>
              </a:ext>
            </a:extLst>
          </p:cNvPr>
          <p:cNvSpPr txBox="1"/>
          <p:nvPr/>
        </p:nvSpPr>
        <p:spPr>
          <a:xfrm>
            <a:off x="9863331" y="2683569"/>
            <a:ext cx="875561" cy="430887"/>
          </a:xfrm>
          <a:prstGeom prst="rect">
            <a:avLst/>
          </a:prstGeom>
          <a:noFill/>
        </p:spPr>
        <p:txBody>
          <a:bodyPr wrap="none" rtlCol="0">
            <a:spAutoFit/>
          </a:bodyPr>
          <a:lstStyle/>
          <a:p>
            <a:r>
              <a:rPr lang="en-US" sz="1100" dirty="0"/>
              <a:t>R</a:t>
            </a:r>
            <a:r>
              <a:rPr lang="en-US" sz="1100" baseline="30000" dirty="0"/>
              <a:t>2</a:t>
            </a:r>
            <a:r>
              <a:rPr lang="en-US" sz="1100" dirty="0"/>
              <a:t> = 0.220</a:t>
            </a:r>
          </a:p>
          <a:p>
            <a:r>
              <a:rPr lang="en-US" sz="1100" dirty="0"/>
              <a:t>P &lt; 0.0001</a:t>
            </a:r>
          </a:p>
        </p:txBody>
      </p:sp>
    </p:spTree>
    <p:extLst>
      <p:ext uri="{BB962C8B-B14F-4D97-AF65-F5344CB8AC3E}">
        <p14:creationId xmlns:p14="http://schemas.microsoft.com/office/powerpoint/2010/main" val="9633523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FA71F2-F392-913B-81DC-B3193FFEF652}"/>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96E54178-7BA9-950A-FFB8-6F82E92EA016}"/>
              </a:ext>
            </a:extLst>
          </p:cNvPr>
          <p:cNvSpPr>
            <a:spLocks noGrp="1"/>
          </p:cNvSpPr>
          <p:nvPr>
            <p:ph type="sldNum" sz="quarter" idx="19"/>
          </p:nvPr>
        </p:nvSpPr>
        <p:spPr/>
        <p:txBody>
          <a:bodyPr/>
          <a:lstStyle/>
          <a:p>
            <a:fld id="{AEAA3239-9EA4-4A65-A281-97F994456D9F}" type="slidenum">
              <a:rPr lang="en-US" smtClean="0"/>
              <a:pPr/>
              <a:t>10</a:t>
            </a:fld>
            <a:endParaRPr lang="en-US" sz="900" dirty="0"/>
          </a:p>
        </p:txBody>
      </p:sp>
      <p:pic>
        <p:nvPicPr>
          <p:cNvPr id="8" name="Picture 7">
            <a:extLst>
              <a:ext uri="{FF2B5EF4-FFF2-40B4-BE49-F238E27FC236}">
                <a16:creationId xmlns:a16="http://schemas.microsoft.com/office/drawing/2014/main" id="{EA447CCB-B9C3-9936-9D65-194FA8A8146C}"/>
              </a:ext>
            </a:extLst>
          </p:cNvPr>
          <p:cNvPicPr>
            <a:picLocks noChangeAspect="1"/>
          </p:cNvPicPr>
          <p:nvPr/>
        </p:nvPicPr>
        <p:blipFill>
          <a:blip r:embed="rId3"/>
          <a:stretch>
            <a:fillRect/>
          </a:stretch>
        </p:blipFill>
        <p:spPr>
          <a:xfrm>
            <a:off x="7195930" y="149232"/>
            <a:ext cx="4137991" cy="3270347"/>
          </a:xfrm>
          <a:prstGeom prst="rect">
            <a:avLst/>
          </a:prstGeom>
        </p:spPr>
      </p:pic>
      <p:pic>
        <p:nvPicPr>
          <p:cNvPr id="19" name="Picture 18">
            <a:extLst>
              <a:ext uri="{FF2B5EF4-FFF2-40B4-BE49-F238E27FC236}">
                <a16:creationId xmlns:a16="http://schemas.microsoft.com/office/drawing/2014/main" id="{D0B25B46-FF22-FF81-B5F8-A191431A7796}"/>
              </a:ext>
            </a:extLst>
          </p:cNvPr>
          <p:cNvPicPr>
            <a:picLocks noChangeAspect="1"/>
          </p:cNvPicPr>
          <p:nvPr/>
        </p:nvPicPr>
        <p:blipFill>
          <a:blip r:embed="rId4"/>
          <a:stretch>
            <a:fillRect/>
          </a:stretch>
        </p:blipFill>
        <p:spPr>
          <a:xfrm>
            <a:off x="7150624" y="3428999"/>
            <a:ext cx="4183297" cy="3336235"/>
          </a:xfrm>
          <a:prstGeom prst="rect">
            <a:avLst/>
          </a:prstGeom>
        </p:spPr>
      </p:pic>
      <p:sp>
        <p:nvSpPr>
          <p:cNvPr id="2" name="TextBox 1">
            <a:extLst>
              <a:ext uri="{FF2B5EF4-FFF2-40B4-BE49-F238E27FC236}">
                <a16:creationId xmlns:a16="http://schemas.microsoft.com/office/drawing/2014/main" id="{41D36F77-9800-0505-394C-759B1326D4BD}"/>
              </a:ext>
            </a:extLst>
          </p:cNvPr>
          <p:cNvSpPr txBox="1"/>
          <p:nvPr/>
        </p:nvSpPr>
        <p:spPr>
          <a:xfrm>
            <a:off x="252412" y="267668"/>
            <a:ext cx="6545953" cy="1269584"/>
          </a:xfrm>
          <a:prstGeom prst="rect">
            <a:avLst/>
          </a:prstGeom>
          <a:noFill/>
        </p:spPr>
        <p:txBody>
          <a:bodyPr wrap="square" rtlCol="0">
            <a:normAutofit/>
          </a:bodyPr>
          <a:lstStyle/>
          <a:p>
            <a:pPr marL="0" algn="l">
              <a:buNone/>
            </a:pPr>
            <a:r>
              <a:rPr lang="en-US" sz="3600" b="1" dirty="0">
                <a:solidFill>
                  <a:srgbClr val="105237"/>
                </a:solidFill>
                <a:effectLst/>
                <a:latin typeface="Avenir Next LT Pro" panose="020B0504020202020204" pitchFamily="34" charset="0"/>
              </a:rPr>
              <a:t>Feature Correlation with Housing Prices: Beds/Baths</a:t>
            </a:r>
            <a:endParaRPr lang="en-US" b="1" dirty="0"/>
          </a:p>
        </p:txBody>
      </p:sp>
      <p:sp>
        <p:nvSpPr>
          <p:cNvPr id="3" name="Content Placeholder 2">
            <a:extLst>
              <a:ext uri="{FF2B5EF4-FFF2-40B4-BE49-F238E27FC236}">
                <a16:creationId xmlns:a16="http://schemas.microsoft.com/office/drawing/2014/main" id="{355B8879-9B2A-A6F0-7ECC-B3E0E656B686}"/>
              </a:ext>
            </a:extLst>
          </p:cNvPr>
          <p:cNvSpPr>
            <a:spLocks noGrp="1"/>
          </p:cNvSpPr>
          <p:nvPr>
            <p:ph sz="quarter" idx="15"/>
          </p:nvPr>
        </p:nvSpPr>
        <p:spPr>
          <a:xfrm>
            <a:off x="685800" y="1855304"/>
            <a:ext cx="5880652" cy="3982279"/>
          </a:xfrm>
        </p:spPr>
        <p:txBody>
          <a:bodyPr/>
          <a:lstStyle/>
          <a:p>
            <a:r>
              <a:rPr lang="en-US" dirty="0"/>
              <a:t>Generally, As the number of beds and baths increase, the price increases as well</a:t>
            </a:r>
          </a:p>
          <a:p>
            <a:pPr lvl="1"/>
            <a:r>
              <a:rPr lang="en-US" dirty="0"/>
              <a:t>Price does not seem to increase after 5 beds (very large housing unit</a:t>
            </a:r>
          </a:p>
          <a:p>
            <a:pPr lvl="1"/>
            <a:endParaRPr lang="en-US" dirty="0"/>
          </a:p>
          <a:p>
            <a:r>
              <a:rPr lang="en-US" dirty="0"/>
              <a:t>Through a Pairwise Tukey significance test the price was found to be significantly different for groups of &lt;3 beds, 3-5 beds, and &gt;5 beds (p &lt; 0.05)</a:t>
            </a:r>
          </a:p>
          <a:p>
            <a:endParaRPr lang="en-US" dirty="0"/>
          </a:p>
          <a:p>
            <a:r>
              <a:rPr lang="en-US" dirty="0"/>
              <a:t>Also using the pairwise Tukey significance test, groups of &lt;3 baths, 3-4 baths, and &gt;4 baths were all found to be significant (p &lt; 0.05)</a:t>
            </a:r>
          </a:p>
          <a:p>
            <a:pPr lvl="1"/>
            <a:endParaRPr lang="en-US" dirty="0"/>
          </a:p>
          <a:p>
            <a:endParaRPr lang="en-US" dirty="0"/>
          </a:p>
          <a:p>
            <a:endParaRPr lang="en-US" dirty="0"/>
          </a:p>
        </p:txBody>
      </p:sp>
    </p:spTree>
    <p:extLst>
      <p:ext uri="{BB962C8B-B14F-4D97-AF65-F5344CB8AC3E}">
        <p14:creationId xmlns:p14="http://schemas.microsoft.com/office/powerpoint/2010/main" val="39355758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1752F2-0017-22E5-24E4-6C832266DB03}"/>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823DC408-4232-6B40-04B5-0B24448E629D}"/>
              </a:ext>
            </a:extLst>
          </p:cNvPr>
          <p:cNvSpPr>
            <a:spLocks noGrp="1"/>
          </p:cNvSpPr>
          <p:nvPr>
            <p:ph type="sldNum" sz="quarter" idx="19"/>
          </p:nvPr>
        </p:nvSpPr>
        <p:spPr/>
        <p:txBody>
          <a:bodyPr/>
          <a:lstStyle/>
          <a:p>
            <a:fld id="{AEAA3239-9EA4-4A65-A281-97F994456D9F}" type="slidenum">
              <a:rPr lang="en-US" smtClean="0"/>
              <a:pPr/>
              <a:t>11</a:t>
            </a:fld>
            <a:endParaRPr lang="en-US" sz="900" dirty="0"/>
          </a:p>
        </p:txBody>
      </p:sp>
      <p:sp>
        <p:nvSpPr>
          <p:cNvPr id="13" name="TextBox 12">
            <a:extLst>
              <a:ext uri="{FF2B5EF4-FFF2-40B4-BE49-F238E27FC236}">
                <a16:creationId xmlns:a16="http://schemas.microsoft.com/office/drawing/2014/main" id="{523BECD9-FB05-7FD7-E98D-2FDE3CD8D022}"/>
              </a:ext>
            </a:extLst>
          </p:cNvPr>
          <p:cNvSpPr txBox="1"/>
          <p:nvPr/>
        </p:nvSpPr>
        <p:spPr>
          <a:xfrm>
            <a:off x="190500" y="341486"/>
            <a:ext cx="6707257" cy="1215644"/>
          </a:xfrm>
          <a:prstGeom prst="rect">
            <a:avLst/>
          </a:prstGeom>
          <a:noFill/>
        </p:spPr>
        <p:txBody>
          <a:bodyPr wrap="square" rtlCol="0">
            <a:normAutofit/>
          </a:bodyPr>
          <a:lstStyle/>
          <a:p>
            <a:pPr marL="0" algn="l">
              <a:buNone/>
            </a:pPr>
            <a:r>
              <a:rPr lang="en-US" sz="3600" b="1" dirty="0">
                <a:solidFill>
                  <a:srgbClr val="105237"/>
                </a:solidFill>
                <a:effectLst/>
                <a:latin typeface="Avenir Next LT Pro" panose="020B0504020202020204" pitchFamily="34" charset="0"/>
              </a:rPr>
              <a:t>Modeling Summary: Model Optimization</a:t>
            </a:r>
            <a:endParaRPr lang="en-US" b="1" dirty="0"/>
          </a:p>
        </p:txBody>
      </p:sp>
      <p:sp>
        <p:nvSpPr>
          <p:cNvPr id="3" name="TextBox 2">
            <a:extLst>
              <a:ext uri="{FF2B5EF4-FFF2-40B4-BE49-F238E27FC236}">
                <a16:creationId xmlns:a16="http://schemas.microsoft.com/office/drawing/2014/main" id="{C2FCFE17-0B09-721F-E07C-AFBCB6DFA71B}"/>
              </a:ext>
            </a:extLst>
          </p:cNvPr>
          <p:cNvSpPr txBox="1"/>
          <p:nvPr/>
        </p:nvSpPr>
        <p:spPr>
          <a:xfrm>
            <a:off x="417443" y="2305878"/>
            <a:ext cx="5181600" cy="3970318"/>
          </a:xfrm>
          <a:prstGeom prst="rect">
            <a:avLst/>
          </a:prstGeom>
          <a:noFill/>
        </p:spPr>
        <p:txBody>
          <a:bodyPr wrap="square" rtlCol="0">
            <a:spAutoFit/>
          </a:bodyPr>
          <a:lstStyle/>
          <a:p>
            <a:pPr marL="285750" indent="-285750">
              <a:buFont typeface="Arial" panose="020B0604020202020204" pitchFamily="34" charset="0"/>
              <a:buChar char="•"/>
            </a:pPr>
            <a:r>
              <a:rPr lang="en-US" dirty="0"/>
              <a:t>All models used the same data split (80% training, 20% testing)</a:t>
            </a:r>
          </a:p>
          <a:p>
            <a:pPr marL="285750" indent="-285750">
              <a:buFont typeface="Arial" panose="020B0604020202020204" pitchFamily="34" charset="0"/>
              <a:buChar char="•"/>
            </a:pPr>
            <a:r>
              <a:rPr lang="en-US" dirty="0"/>
              <a:t>Random Forest and </a:t>
            </a:r>
            <a:r>
              <a:rPr lang="en-US" dirty="0" err="1"/>
              <a:t>XGBoost</a:t>
            </a:r>
            <a:r>
              <a:rPr lang="en-US" dirty="0"/>
              <a:t> models were optimized using a randomize cross validation parameter search to optimize  model parameters</a:t>
            </a:r>
          </a:p>
          <a:p>
            <a:pPr marL="742950" lvl="1" indent="-285750">
              <a:buFont typeface="Arial" panose="020B0604020202020204" pitchFamily="34" charset="0"/>
              <a:buChar char="•"/>
            </a:pPr>
            <a:r>
              <a:rPr lang="en-US" dirty="0"/>
              <a:t>The models were then further optimized using </a:t>
            </a:r>
            <a:r>
              <a:rPr lang="en-US" dirty="0" err="1"/>
              <a:t>gridsearch</a:t>
            </a:r>
            <a:r>
              <a:rPr lang="en-US" dirty="0"/>
              <a:t> as long as the test MAE did not increase (preventing overfitting)</a:t>
            </a:r>
          </a:p>
          <a:p>
            <a:pPr marL="742950" lvl="1"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Neural Network parameters such as learning rate and # of epochs were modified and optimized to obtain the best fit possible</a:t>
            </a:r>
          </a:p>
          <a:p>
            <a:pPr marL="285750" indent="-285750">
              <a:buFont typeface="Arial" panose="020B0604020202020204" pitchFamily="34" charset="0"/>
              <a:buChar char="•"/>
            </a:pPr>
            <a:endParaRPr lang="en-US" dirty="0"/>
          </a:p>
        </p:txBody>
      </p:sp>
      <p:graphicFrame>
        <p:nvGraphicFramePr>
          <p:cNvPr id="4" name="Chart 3">
            <a:extLst>
              <a:ext uri="{FF2B5EF4-FFF2-40B4-BE49-F238E27FC236}">
                <a16:creationId xmlns:a16="http://schemas.microsoft.com/office/drawing/2014/main" id="{0A8D57AF-50AA-102C-EAB7-1F47A884B7D3}"/>
              </a:ext>
            </a:extLst>
          </p:cNvPr>
          <p:cNvGraphicFramePr>
            <a:graphicFrameLocks/>
          </p:cNvGraphicFramePr>
          <p:nvPr>
            <p:extLst>
              <p:ext uri="{D42A27DB-BD31-4B8C-83A1-F6EECF244321}">
                <p14:modId xmlns:p14="http://schemas.microsoft.com/office/powerpoint/2010/main" val="749248991"/>
              </p:ext>
            </p:extLst>
          </p:nvPr>
        </p:nvGraphicFramePr>
        <p:xfrm>
          <a:off x="6154501" y="1792717"/>
          <a:ext cx="5489575" cy="435610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1821427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C77700F2-65D3-154B-D999-8ED31EEBA4C1}"/>
              </a:ext>
            </a:extLst>
          </p:cNvPr>
          <p:cNvSpPr>
            <a:spLocks noGrp="1"/>
          </p:cNvSpPr>
          <p:nvPr>
            <p:ph type="sldNum" sz="quarter" idx="19"/>
          </p:nvPr>
        </p:nvSpPr>
        <p:spPr/>
        <p:txBody>
          <a:bodyPr/>
          <a:lstStyle/>
          <a:p>
            <a:fld id="{AEAA3239-9EA4-4A65-A281-97F994456D9F}" type="slidenum">
              <a:rPr lang="en-US" smtClean="0"/>
              <a:pPr/>
              <a:t>12</a:t>
            </a:fld>
            <a:endParaRPr lang="en-US" sz="900" dirty="0"/>
          </a:p>
        </p:txBody>
      </p:sp>
      <p:sp>
        <p:nvSpPr>
          <p:cNvPr id="8" name="TextBox 7">
            <a:extLst>
              <a:ext uri="{FF2B5EF4-FFF2-40B4-BE49-F238E27FC236}">
                <a16:creationId xmlns:a16="http://schemas.microsoft.com/office/drawing/2014/main" id="{9FEB9942-19CB-E3EE-7BF8-C5598D81FBFE}"/>
              </a:ext>
            </a:extLst>
          </p:cNvPr>
          <p:cNvSpPr txBox="1"/>
          <p:nvPr/>
        </p:nvSpPr>
        <p:spPr>
          <a:xfrm>
            <a:off x="190500" y="341486"/>
            <a:ext cx="10972800" cy="502890"/>
          </a:xfrm>
          <a:prstGeom prst="rect">
            <a:avLst/>
          </a:prstGeom>
          <a:noFill/>
        </p:spPr>
        <p:txBody>
          <a:bodyPr wrap="square" rtlCol="0">
            <a:normAutofit fontScale="92500" lnSpcReduction="20000"/>
          </a:bodyPr>
          <a:lstStyle/>
          <a:p>
            <a:pPr marL="0" algn="l">
              <a:buNone/>
            </a:pPr>
            <a:r>
              <a:rPr lang="en-US" sz="3600" b="1" dirty="0">
                <a:solidFill>
                  <a:srgbClr val="105237"/>
                </a:solidFill>
                <a:effectLst/>
                <a:latin typeface="Avenir Next LT Pro" panose="020B0504020202020204" pitchFamily="34" charset="0"/>
              </a:rPr>
              <a:t>Modeling Summary: Choosi</a:t>
            </a:r>
            <a:r>
              <a:rPr lang="en-US" sz="3600" b="1" dirty="0">
                <a:solidFill>
                  <a:srgbClr val="105237"/>
                </a:solidFill>
                <a:latin typeface="Avenir Next LT Pro" panose="020B0504020202020204" pitchFamily="34" charset="0"/>
              </a:rPr>
              <a:t>ng the Best Model</a:t>
            </a:r>
            <a:endParaRPr lang="en-US" b="1" dirty="0"/>
          </a:p>
        </p:txBody>
      </p:sp>
      <p:graphicFrame>
        <p:nvGraphicFramePr>
          <p:cNvPr id="9" name="Table 8">
            <a:extLst>
              <a:ext uri="{FF2B5EF4-FFF2-40B4-BE49-F238E27FC236}">
                <a16:creationId xmlns:a16="http://schemas.microsoft.com/office/drawing/2014/main" id="{D528DF5E-0C41-0286-5B86-1EF6B9F59D7C}"/>
              </a:ext>
            </a:extLst>
          </p:cNvPr>
          <p:cNvGraphicFramePr>
            <a:graphicFrameLocks noGrp="1"/>
          </p:cNvGraphicFramePr>
          <p:nvPr>
            <p:extLst>
              <p:ext uri="{D42A27DB-BD31-4B8C-83A1-F6EECF244321}">
                <p14:modId xmlns:p14="http://schemas.microsoft.com/office/powerpoint/2010/main" val="1437929877"/>
              </p:ext>
            </p:extLst>
          </p:nvPr>
        </p:nvGraphicFramePr>
        <p:xfrm>
          <a:off x="3311986" y="1727197"/>
          <a:ext cx="8606053" cy="4211320"/>
        </p:xfrm>
        <a:graphic>
          <a:graphicData uri="http://schemas.openxmlformats.org/drawingml/2006/table">
            <a:tbl>
              <a:tblPr firstRow="1" bandRow="1">
                <a:tableStyleId>{5C22544A-7EE6-4342-B048-85BDC9FD1C3A}</a:tableStyleId>
              </a:tblPr>
              <a:tblGrid>
                <a:gridCol w="1031446">
                  <a:extLst>
                    <a:ext uri="{9D8B030D-6E8A-4147-A177-3AD203B41FA5}">
                      <a16:colId xmlns:a16="http://schemas.microsoft.com/office/drawing/2014/main" val="2845682289"/>
                    </a:ext>
                  </a:extLst>
                </a:gridCol>
                <a:gridCol w="590763">
                  <a:extLst>
                    <a:ext uri="{9D8B030D-6E8A-4147-A177-3AD203B41FA5}">
                      <a16:colId xmlns:a16="http://schemas.microsoft.com/office/drawing/2014/main" val="467382250"/>
                    </a:ext>
                  </a:extLst>
                </a:gridCol>
                <a:gridCol w="1077594">
                  <a:extLst>
                    <a:ext uri="{9D8B030D-6E8A-4147-A177-3AD203B41FA5}">
                      <a16:colId xmlns:a16="http://schemas.microsoft.com/office/drawing/2014/main" val="3403067199"/>
                    </a:ext>
                  </a:extLst>
                </a:gridCol>
                <a:gridCol w="1077594">
                  <a:extLst>
                    <a:ext uri="{9D8B030D-6E8A-4147-A177-3AD203B41FA5}">
                      <a16:colId xmlns:a16="http://schemas.microsoft.com/office/drawing/2014/main" val="1866233328"/>
                    </a:ext>
                  </a:extLst>
                </a:gridCol>
                <a:gridCol w="1565277">
                  <a:extLst>
                    <a:ext uri="{9D8B030D-6E8A-4147-A177-3AD203B41FA5}">
                      <a16:colId xmlns:a16="http://schemas.microsoft.com/office/drawing/2014/main" val="2391152734"/>
                    </a:ext>
                  </a:extLst>
                </a:gridCol>
                <a:gridCol w="1791091">
                  <a:extLst>
                    <a:ext uri="{9D8B030D-6E8A-4147-A177-3AD203B41FA5}">
                      <a16:colId xmlns:a16="http://schemas.microsoft.com/office/drawing/2014/main" val="1421436755"/>
                    </a:ext>
                  </a:extLst>
                </a:gridCol>
                <a:gridCol w="1472288">
                  <a:extLst>
                    <a:ext uri="{9D8B030D-6E8A-4147-A177-3AD203B41FA5}">
                      <a16:colId xmlns:a16="http://schemas.microsoft.com/office/drawing/2014/main" val="3951468298"/>
                    </a:ext>
                  </a:extLst>
                </a:gridCol>
              </a:tblGrid>
              <a:tr h="370840">
                <a:tc>
                  <a:txBody>
                    <a:bodyPr/>
                    <a:lstStyle/>
                    <a:p>
                      <a:r>
                        <a:rPr lang="en-US" sz="1400" dirty="0"/>
                        <a:t>Model</a:t>
                      </a:r>
                    </a:p>
                  </a:txBody>
                  <a:tcPr/>
                </a:tc>
                <a:tc>
                  <a:txBody>
                    <a:bodyPr/>
                    <a:lstStyle/>
                    <a:p>
                      <a:pPr algn="ctr"/>
                      <a:r>
                        <a:rPr lang="en-US" sz="1400" dirty="0"/>
                        <a:t>R</a:t>
                      </a:r>
                      <a:r>
                        <a:rPr lang="en-US" sz="1400" baseline="30000" dirty="0"/>
                        <a:t>2</a:t>
                      </a:r>
                      <a:endParaRPr lang="en-US" sz="1400" dirty="0"/>
                    </a:p>
                  </a:txBody>
                  <a:tcPr/>
                </a:tc>
                <a:tc>
                  <a:txBody>
                    <a:bodyPr/>
                    <a:lstStyle/>
                    <a:p>
                      <a:pPr algn="ctr"/>
                      <a:r>
                        <a:rPr lang="en-US" sz="1400" dirty="0"/>
                        <a:t>MAE</a:t>
                      </a:r>
                    </a:p>
                  </a:txBody>
                  <a:tcPr/>
                </a:tc>
                <a:tc>
                  <a:txBody>
                    <a:bodyPr/>
                    <a:lstStyle/>
                    <a:p>
                      <a:pPr algn="ctr"/>
                      <a:r>
                        <a:rPr lang="en-US" sz="1400" dirty="0"/>
                        <a:t>Low Price (&lt;$300K)</a:t>
                      </a:r>
                    </a:p>
                  </a:txBody>
                  <a:tcPr/>
                </a:tc>
                <a:tc>
                  <a:txBody>
                    <a:bodyPr/>
                    <a:lstStyle/>
                    <a:p>
                      <a:pPr algn="ctr"/>
                      <a:r>
                        <a:rPr lang="en-US" sz="1400" dirty="0"/>
                        <a:t>Med Price</a:t>
                      </a:r>
                    </a:p>
                    <a:p>
                      <a:pPr algn="ctr"/>
                      <a:r>
                        <a:rPr lang="en-US" sz="1400" dirty="0"/>
                        <a:t>($300K-$500K)</a:t>
                      </a:r>
                    </a:p>
                  </a:txBody>
                  <a:tcPr/>
                </a:tc>
                <a:tc>
                  <a:txBody>
                    <a:bodyPr/>
                    <a:lstStyle/>
                    <a:p>
                      <a:pPr algn="ctr"/>
                      <a:r>
                        <a:rPr lang="en-US" sz="1400" dirty="0"/>
                        <a:t>Med-High Price</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($500K-$1M)</a:t>
                      </a:r>
                    </a:p>
                  </a:txBody>
                  <a:tcPr/>
                </a:tc>
                <a:tc>
                  <a:txBody>
                    <a:bodyPr/>
                    <a:lstStyle/>
                    <a:p>
                      <a:pPr algn="ctr"/>
                      <a:r>
                        <a:rPr lang="en-US" sz="1400" dirty="0"/>
                        <a:t>High Price</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(&gt;$1M)</a:t>
                      </a:r>
                    </a:p>
                  </a:txBody>
                  <a:tcPr/>
                </a:tc>
                <a:extLst>
                  <a:ext uri="{0D108BD9-81ED-4DB2-BD59-A6C34878D82A}">
                    <a16:rowId xmlns:a16="http://schemas.microsoft.com/office/drawing/2014/main" val="3985857261"/>
                  </a:ext>
                </a:extLst>
              </a:tr>
              <a:tr h="370840">
                <a:tc>
                  <a:txBody>
                    <a:bodyPr/>
                    <a:lstStyle/>
                    <a:p>
                      <a:r>
                        <a:rPr lang="en-US" sz="1400" dirty="0"/>
                        <a:t># of samples</a:t>
                      </a:r>
                    </a:p>
                  </a:txBody>
                  <a:tcPr>
                    <a:solidFill>
                      <a:srgbClr val="29B95C"/>
                    </a:solidFill>
                  </a:tcPr>
                </a:tc>
                <a:tc>
                  <a:txBody>
                    <a:bodyPr/>
                    <a:lstStyle/>
                    <a:p>
                      <a:pPr algn="ctr"/>
                      <a:r>
                        <a:rPr lang="en-US" sz="1400" dirty="0"/>
                        <a:t>135</a:t>
                      </a:r>
                    </a:p>
                  </a:txBody>
                  <a:tcPr>
                    <a:solidFill>
                      <a:srgbClr val="29B95C"/>
                    </a:solidFill>
                  </a:tcPr>
                </a:tc>
                <a:tc>
                  <a:txBody>
                    <a:bodyPr/>
                    <a:lstStyle/>
                    <a:p>
                      <a:pPr algn="ctr"/>
                      <a:r>
                        <a:rPr lang="en-US" sz="1400" dirty="0"/>
                        <a:t>135</a:t>
                      </a:r>
                    </a:p>
                  </a:txBody>
                  <a:tcPr>
                    <a:solidFill>
                      <a:srgbClr val="29B95C"/>
                    </a:solidFill>
                  </a:tcPr>
                </a:tc>
                <a:tc>
                  <a:txBody>
                    <a:bodyPr/>
                    <a:lstStyle/>
                    <a:p>
                      <a:pPr algn="ctr"/>
                      <a:r>
                        <a:rPr lang="en-US" sz="1400" dirty="0"/>
                        <a:t>61</a:t>
                      </a:r>
                    </a:p>
                  </a:txBody>
                  <a:tcPr>
                    <a:solidFill>
                      <a:srgbClr val="29B95C"/>
                    </a:solidFill>
                  </a:tcPr>
                </a:tc>
                <a:tc>
                  <a:txBody>
                    <a:bodyPr/>
                    <a:lstStyle/>
                    <a:p>
                      <a:pPr algn="ctr"/>
                      <a:r>
                        <a:rPr lang="en-US" sz="1400" dirty="0"/>
                        <a:t>49</a:t>
                      </a:r>
                    </a:p>
                  </a:txBody>
                  <a:tcPr>
                    <a:solidFill>
                      <a:srgbClr val="29B95C"/>
                    </a:solidFill>
                  </a:tcPr>
                </a:tc>
                <a:tc>
                  <a:txBody>
                    <a:bodyPr/>
                    <a:lstStyle/>
                    <a:p>
                      <a:pPr algn="ctr"/>
                      <a:r>
                        <a:rPr lang="en-US" sz="1400" dirty="0"/>
                        <a:t>20</a:t>
                      </a:r>
                    </a:p>
                  </a:txBody>
                  <a:tcPr>
                    <a:solidFill>
                      <a:srgbClr val="29B95C"/>
                    </a:solidFill>
                  </a:tcPr>
                </a:tc>
                <a:tc>
                  <a:txBody>
                    <a:bodyPr/>
                    <a:lstStyle/>
                    <a:p>
                      <a:pPr algn="ctr"/>
                      <a:r>
                        <a:rPr lang="en-US" sz="1400" dirty="0"/>
                        <a:t>5</a:t>
                      </a:r>
                    </a:p>
                  </a:txBody>
                  <a:tcPr>
                    <a:solidFill>
                      <a:srgbClr val="29B95C"/>
                    </a:solidFill>
                  </a:tcPr>
                </a:tc>
                <a:extLst>
                  <a:ext uri="{0D108BD9-81ED-4DB2-BD59-A6C34878D82A}">
                    <a16:rowId xmlns:a16="http://schemas.microsoft.com/office/drawing/2014/main" val="3403882667"/>
                  </a:ext>
                </a:extLst>
              </a:tr>
              <a:tr h="370840">
                <a:tc>
                  <a:txBody>
                    <a:bodyPr/>
                    <a:lstStyle/>
                    <a:p>
                      <a:r>
                        <a:rPr lang="en-US" sz="1400" dirty="0"/>
                        <a:t>Linear – Best Fit</a:t>
                      </a:r>
                    </a:p>
                  </a:txBody>
                  <a:tcPr/>
                </a:tc>
                <a:tc>
                  <a:txBody>
                    <a:bodyPr/>
                    <a:lstStyle/>
                    <a:p>
                      <a:pPr algn="ctr"/>
                      <a:r>
                        <a:rPr lang="en-US" sz="1400" dirty="0"/>
                        <a:t>0.66</a:t>
                      </a:r>
                    </a:p>
                  </a:txBody>
                  <a:tcPr/>
                </a:tc>
                <a:tc>
                  <a:txBody>
                    <a:bodyPr/>
                    <a:lstStyle/>
                    <a:p>
                      <a:pPr algn="ctr"/>
                      <a:r>
                        <a:rPr lang="en-US" sz="1400" dirty="0"/>
                        <a:t>$98,053</a:t>
                      </a:r>
                    </a:p>
                  </a:txBody>
                  <a:tcPr/>
                </a:tc>
                <a:tc>
                  <a:txBody>
                    <a:bodyPr/>
                    <a:lstStyle/>
                    <a:p>
                      <a:pPr algn="ctr"/>
                      <a:r>
                        <a:rPr lang="en-US" sz="1400" dirty="0"/>
                        <a:t>30.51%</a:t>
                      </a:r>
                    </a:p>
                  </a:txBody>
                  <a:tcPr/>
                </a:tc>
                <a:tc>
                  <a:txBody>
                    <a:bodyPr/>
                    <a:lstStyle/>
                    <a:p>
                      <a:pPr algn="ctr"/>
                      <a:r>
                        <a:rPr lang="en-US" sz="1400" dirty="0"/>
                        <a:t>21.4%</a:t>
                      </a:r>
                    </a:p>
                  </a:txBody>
                  <a:tcPr/>
                </a:tc>
                <a:tc>
                  <a:txBody>
                    <a:bodyPr/>
                    <a:lstStyle/>
                    <a:p>
                      <a:pPr algn="ctr"/>
                      <a:r>
                        <a:rPr lang="en-US" sz="1400" dirty="0"/>
                        <a:t>24.81%</a:t>
                      </a:r>
                    </a:p>
                  </a:txBody>
                  <a:tcPr/>
                </a:tc>
                <a:tc>
                  <a:txBody>
                    <a:bodyPr/>
                    <a:lstStyle/>
                    <a:p>
                      <a:pPr algn="ctr"/>
                      <a:r>
                        <a:rPr lang="en-US" sz="1400" dirty="0"/>
                        <a:t>26.45%</a:t>
                      </a:r>
                    </a:p>
                  </a:txBody>
                  <a:tcPr/>
                </a:tc>
                <a:extLst>
                  <a:ext uri="{0D108BD9-81ED-4DB2-BD59-A6C34878D82A}">
                    <a16:rowId xmlns:a16="http://schemas.microsoft.com/office/drawing/2014/main" val="551949586"/>
                  </a:ext>
                </a:extLst>
              </a:tr>
              <a:tr h="370840">
                <a:tc>
                  <a:txBody>
                    <a:bodyPr/>
                    <a:lstStyle/>
                    <a:p>
                      <a:r>
                        <a:rPr lang="en-US" sz="1400" dirty="0"/>
                        <a:t>Linear – Ridge</a:t>
                      </a:r>
                    </a:p>
                  </a:txBody>
                  <a:tcPr/>
                </a:tc>
                <a:tc>
                  <a:txBody>
                    <a:bodyPr/>
                    <a:lstStyle/>
                    <a:p>
                      <a:pPr algn="ctr"/>
                      <a:r>
                        <a:rPr lang="en-US" sz="1400" dirty="0"/>
                        <a:t>0.54</a:t>
                      </a:r>
                    </a:p>
                  </a:txBody>
                  <a:tcPr/>
                </a:tc>
                <a:tc>
                  <a:txBody>
                    <a:bodyPr/>
                    <a:lstStyle/>
                    <a:p>
                      <a:pPr algn="ctr"/>
                      <a:r>
                        <a:rPr lang="en-US" sz="1400" dirty="0"/>
                        <a:t>$96,896</a:t>
                      </a:r>
                    </a:p>
                  </a:txBody>
                  <a:tcPr/>
                </a:tc>
                <a:tc>
                  <a:txBody>
                    <a:bodyPr/>
                    <a:lstStyle/>
                    <a:p>
                      <a:pPr algn="ctr"/>
                      <a:r>
                        <a:rPr lang="en-US" sz="1400" dirty="0"/>
                        <a:t>33.67%</a:t>
                      </a:r>
                    </a:p>
                  </a:txBody>
                  <a:tcPr/>
                </a:tc>
                <a:tc>
                  <a:txBody>
                    <a:bodyPr/>
                    <a:lstStyle/>
                    <a:p>
                      <a:pPr algn="ctr"/>
                      <a:r>
                        <a:rPr lang="en-US" sz="1400" dirty="0"/>
                        <a:t>20.43%</a:t>
                      </a:r>
                    </a:p>
                  </a:txBody>
                  <a:tcPr/>
                </a:tc>
                <a:tc>
                  <a:txBody>
                    <a:bodyPr/>
                    <a:lstStyle/>
                    <a:p>
                      <a:pPr algn="ctr"/>
                      <a:r>
                        <a:rPr lang="en-US" sz="1400" dirty="0"/>
                        <a:t>19.75%</a:t>
                      </a:r>
                    </a:p>
                  </a:txBody>
                  <a:tcPr/>
                </a:tc>
                <a:tc>
                  <a:txBody>
                    <a:bodyPr/>
                    <a:lstStyle/>
                    <a:p>
                      <a:pPr algn="ctr"/>
                      <a:r>
                        <a:rPr lang="en-US" sz="1400" dirty="0"/>
                        <a:t>32.87%</a:t>
                      </a:r>
                    </a:p>
                  </a:txBody>
                  <a:tcPr/>
                </a:tc>
                <a:extLst>
                  <a:ext uri="{0D108BD9-81ED-4DB2-BD59-A6C34878D82A}">
                    <a16:rowId xmlns:a16="http://schemas.microsoft.com/office/drawing/2014/main" val="3514412297"/>
                  </a:ext>
                </a:extLst>
              </a:tr>
              <a:tr h="370840">
                <a:tc>
                  <a:txBody>
                    <a:bodyPr/>
                    <a:lstStyle/>
                    <a:p>
                      <a:r>
                        <a:rPr lang="en-US" sz="1400" dirty="0"/>
                        <a:t>Linear – Lasso</a:t>
                      </a:r>
                    </a:p>
                  </a:txBody>
                  <a:tcPr/>
                </a:tc>
                <a:tc>
                  <a:txBody>
                    <a:bodyPr/>
                    <a:lstStyle/>
                    <a:p>
                      <a:pPr algn="ctr"/>
                      <a:r>
                        <a:rPr lang="en-US" sz="1400" dirty="0"/>
                        <a:t>0.67</a:t>
                      </a:r>
                    </a:p>
                  </a:txBody>
                  <a:tcPr/>
                </a:tc>
                <a:tc>
                  <a:txBody>
                    <a:bodyPr/>
                    <a:lstStyle/>
                    <a:p>
                      <a:pPr algn="ctr"/>
                      <a:r>
                        <a:rPr lang="en-US" sz="1400" dirty="0"/>
                        <a:t>$99,996</a:t>
                      </a:r>
                    </a:p>
                  </a:txBody>
                  <a:tcPr/>
                </a:tc>
                <a:tc>
                  <a:txBody>
                    <a:bodyPr/>
                    <a:lstStyle/>
                    <a:p>
                      <a:pPr algn="ctr"/>
                      <a:r>
                        <a:rPr lang="en-US" sz="1400" dirty="0"/>
                        <a:t>32.78%</a:t>
                      </a:r>
                    </a:p>
                  </a:txBody>
                  <a:tcPr/>
                </a:tc>
                <a:tc>
                  <a:txBody>
                    <a:bodyPr/>
                    <a:lstStyle/>
                    <a:p>
                      <a:pPr algn="ctr"/>
                      <a:r>
                        <a:rPr lang="en-US" sz="1400" dirty="0"/>
                        <a:t>22.14%</a:t>
                      </a:r>
                    </a:p>
                  </a:txBody>
                  <a:tcPr/>
                </a:tc>
                <a:tc>
                  <a:txBody>
                    <a:bodyPr/>
                    <a:lstStyle/>
                    <a:p>
                      <a:pPr algn="ctr"/>
                      <a:r>
                        <a:rPr lang="en-US" sz="1400" dirty="0"/>
                        <a:t>23.82%</a:t>
                      </a:r>
                    </a:p>
                  </a:txBody>
                  <a:tcPr/>
                </a:tc>
                <a:tc>
                  <a:txBody>
                    <a:bodyPr/>
                    <a:lstStyle/>
                    <a:p>
                      <a:pPr algn="ctr"/>
                      <a:r>
                        <a:rPr lang="en-US" sz="1400" dirty="0"/>
                        <a:t>26.83%</a:t>
                      </a:r>
                    </a:p>
                  </a:txBody>
                  <a:tcPr/>
                </a:tc>
                <a:extLst>
                  <a:ext uri="{0D108BD9-81ED-4DB2-BD59-A6C34878D82A}">
                    <a16:rowId xmlns:a16="http://schemas.microsoft.com/office/drawing/2014/main" val="3090718896"/>
                  </a:ext>
                </a:extLst>
              </a:tr>
              <a:tr h="370840">
                <a:tc>
                  <a:txBody>
                    <a:bodyPr/>
                    <a:lstStyle/>
                    <a:p>
                      <a:r>
                        <a:rPr lang="en-US" sz="1400" dirty="0"/>
                        <a:t>Random Forest</a:t>
                      </a:r>
                    </a:p>
                  </a:txBody>
                  <a:tcPr/>
                </a:tc>
                <a:tc>
                  <a:txBody>
                    <a:bodyPr/>
                    <a:lstStyle/>
                    <a:p>
                      <a:pPr algn="ctr"/>
                      <a:r>
                        <a:rPr lang="en-US" sz="1400" dirty="0"/>
                        <a:t>0.66</a:t>
                      </a:r>
                    </a:p>
                  </a:txBody>
                  <a:tcPr/>
                </a:tc>
                <a:tc>
                  <a:txBody>
                    <a:bodyPr/>
                    <a:lstStyle/>
                    <a:p>
                      <a:pPr algn="ctr"/>
                      <a:r>
                        <a:rPr lang="en-US" sz="1400" dirty="0"/>
                        <a:t>$88,425</a:t>
                      </a:r>
                    </a:p>
                  </a:txBody>
                  <a:tcPr/>
                </a:tc>
                <a:tc>
                  <a:txBody>
                    <a:bodyPr/>
                    <a:lstStyle/>
                    <a:p>
                      <a:pPr algn="ctr"/>
                      <a:r>
                        <a:rPr lang="en-US" sz="1400" dirty="0"/>
                        <a:t>28.62%</a:t>
                      </a:r>
                    </a:p>
                  </a:txBody>
                  <a:tcPr/>
                </a:tc>
                <a:tc>
                  <a:txBody>
                    <a:bodyPr/>
                    <a:lstStyle/>
                    <a:p>
                      <a:pPr algn="ctr"/>
                      <a:r>
                        <a:rPr lang="en-US" sz="1400" dirty="0"/>
                        <a:t>16.90%</a:t>
                      </a:r>
                    </a:p>
                  </a:txBody>
                  <a:tcPr/>
                </a:tc>
                <a:tc>
                  <a:txBody>
                    <a:bodyPr/>
                    <a:lstStyle/>
                    <a:p>
                      <a:pPr algn="ctr"/>
                      <a:r>
                        <a:rPr lang="en-US" sz="1400" dirty="0"/>
                        <a:t>24.38%</a:t>
                      </a:r>
                    </a:p>
                  </a:txBody>
                  <a:tcPr/>
                </a:tc>
                <a:tc>
                  <a:txBody>
                    <a:bodyPr/>
                    <a:lstStyle/>
                    <a:p>
                      <a:pPr algn="ctr"/>
                      <a:r>
                        <a:rPr lang="en-US" sz="1400" dirty="0"/>
                        <a:t>30.04%</a:t>
                      </a:r>
                    </a:p>
                  </a:txBody>
                  <a:tcPr/>
                </a:tc>
                <a:extLst>
                  <a:ext uri="{0D108BD9-81ED-4DB2-BD59-A6C34878D82A}">
                    <a16:rowId xmlns:a16="http://schemas.microsoft.com/office/drawing/2014/main" val="3460172242"/>
                  </a:ext>
                </a:extLst>
              </a:tr>
              <a:tr h="370840">
                <a:tc>
                  <a:txBody>
                    <a:bodyPr/>
                    <a:lstStyle/>
                    <a:p>
                      <a:r>
                        <a:rPr lang="en-US" sz="1400" dirty="0" err="1"/>
                        <a:t>XGBoost</a:t>
                      </a:r>
                      <a:endParaRPr lang="en-US" sz="1400" dirty="0"/>
                    </a:p>
                  </a:txBody>
                  <a:tcPr/>
                </a:tc>
                <a:tc>
                  <a:txBody>
                    <a:bodyPr/>
                    <a:lstStyle/>
                    <a:p>
                      <a:pPr algn="ctr"/>
                      <a:r>
                        <a:rPr lang="en-US" sz="1400" dirty="0"/>
                        <a:t>0.68</a:t>
                      </a:r>
                    </a:p>
                  </a:txBody>
                  <a:tcPr/>
                </a:tc>
                <a:tc>
                  <a:txBody>
                    <a:bodyPr/>
                    <a:lstStyle/>
                    <a:p>
                      <a:pPr algn="ctr"/>
                      <a:r>
                        <a:rPr lang="en-US" sz="1400" dirty="0"/>
                        <a:t>$82,132</a:t>
                      </a:r>
                    </a:p>
                  </a:txBody>
                  <a:tcPr/>
                </a:tc>
                <a:tc>
                  <a:txBody>
                    <a:bodyPr/>
                    <a:lstStyle/>
                    <a:p>
                      <a:pPr algn="ctr"/>
                      <a:r>
                        <a:rPr lang="en-US" sz="1400" dirty="0"/>
                        <a:t>27.24%</a:t>
                      </a:r>
                    </a:p>
                  </a:txBody>
                  <a:tcPr/>
                </a:tc>
                <a:tc>
                  <a:txBody>
                    <a:bodyPr/>
                    <a:lstStyle/>
                    <a:p>
                      <a:pPr algn="ctr"/>
                      <a:r>
                        <a:rPr lang="en-US" sz="1400" dirty="0"/>
                        <a:t>15.57%</a:t>
                      </a:r>
                    </a:p>
                  </a:txBody>
                  <a:tcPr/>
                </a:tc>
                <a:tc>
                  <a:txBody>
                    <a:bodyPr/>
                    <a:lstStyle/>
                    <a:p>
                      <a:pPr algn="ctr"/>
                      <a:r>
                        <a:rPr lang="en-US" sz="1400" dirty="0"/>
                        <a:t>21.00%</a:t>
                      </a:r>
                    </a:p>
                  </a:txBody>
                  <a:tcPr/>
                </a:tc>
                <a:tc>
                  <a:txBody>
                    <a:bodyPr/>
                    <a:lstStyle/>
                    <a:p>
                      <a:pPr algn="ctr"/>
                      <a:r>
                        <a:rPr lang="en-US" sz="1400" dirty="0"/>
                        <a:t>30.78%</a:t>
                      </a:r>
                    </a:p>
                  </a:txBody>
                  <a:tcPr/>
                </a:tc>
                <a:extLst>
                  <a:ext uri="{0D108BD9-81ED-4DB2-BD59-A6C34878D82A}">
                    <a16:rowId xmlns:a16="http://schemas.microsoft.com/office/drawing/2014/main" val="3077128078"/>
                  </a:ext>
                </a:extLst>
              </a:tr>
              <a:tr h="370840">
                <a:tc>
                  <a:txBody>
                    <a:bodyPr/>
                    <a:lstStyle/>
                    <a:p>
                      <a:r>
                        <a:rPr lang="en-US" sz="1400" dirty="0"/>
                        <a:t>Simple Neural Network</a:t>
                      </a:r>
                    </a:p>
                  </a:txBody>
                  <a:tcPr/>
                </a:tc>
                <a:tc>
                  <a:txBody>
                    <a:bodyPr/>
                    <a:lstStyle/>
                    <a:p>
                      <a:pPr algn="ctr"/>
                      <a:r>
                        <a:rPr lang="en-US" sz="1400" dirty="0"/>
                        <a:t>0.70</a:t>
                      </a:r>
                    </a:p>
                  </a:txBody>
                  <a:tcPr/>
                </a:tc>
                <a:tc>
                  <a:txBody>
                    <a:bodyPr/>
                    <a:lstStyle/>
                    <a:p>
                      <a:pPr algn="ctr"/>
                      <a:r>
                        <a:rPr lang="en-US" sz="1400" dirty="0"/>
                        <a:t>$80,114</a:t>
                      </a:r>
                    </a:p>
                  </a:txBody>
                  <a:tcPr/>
                </a:tc>
                <a:tc>
                  <a:txBody>
                    <a:bodyPr/>
                    <a:lstStyle/>
                    <a:p>
                      <a:pPr algn="ctr"/>
                      <a:r>
                        <a:rPr lang="en-US" sz="1400" dirty="0"/>
                        <a:t>22.7%</a:t>
                      </a:r>
                    </a:p>
                  </a:txBody>
                  <a:tcPr/>
                </a:tc>
                <a:tc>
                  <a:txBody>
                    <a:bodyPr/>
                    <a:lstStyle/>
                    <a:p>
                      <a:pPr algn="ctr"/>
                      <a:r>
                        <a:rPr lang="en-US" sz="1400" dirty="0"/>
                        <a:t>18.08%</a:t>
                      </a:r>
                    </a:p>
                  </a:txBody>
                  <a:tcPr/>
                </a:tc>
                <a:tc>
                  <a:txBody>
                    <a:bodyPr/>
                    <a:lstStyle/>
                    <a:p>
                      <a:pPr algn="ctr"/>
                      <a:r>
                        <a:rPr lang="en-US" sz="1400" dirty="0"/>
                        <a:t>22.86%</a:t>
                      </a:r>
                    </a:p>
                  </a:txBody>
                  <a:tcPr/>
                </a:tc>
                <a:tc>
                  <a:txBody>
                    <a:bodyPr/>
                    <a:lstStyle/>
                    <a:p>
                      <a:pPr algn="ctr"/>
                      <a:r>
                        <a:rPr lang="en-US" sz="1400" dirty="0"/>
                        <a:t>23.51%</a:t>
                      </a:r>
                    </a:p>
                  </a:txBody>
                  <a:tcPr/>
                </a:tc>
                <a:extLst>
                  <a:ext uri="{0D108BD9-81ED-4DB2-BD59-A6C34878D82A}">
                    <a16:rowId xmlns:a16="http://schemas.microsoft.com/office/drawing/2014/main" val="2975577040"/>
                  </a:ext>
                </a:extLst>
              </a:tr>
            </a:tbl>
          </a:graphicData>
        </a:graphic>
      </p:graphicFrame>
      <p:sp>
        <p:nvSpPr>
          <p:cNvPr id="3" name="TextBox 2">
            <a:extLst>
              <a:ext uri="{FF2B5EF4-FFF2-40B4-BE49-F238E27FC236}">
                <a16:creationId xmlns:a16="http://schemas.microsoft.com/office/drawing/2014/main" id="{AC0AE798-FB39-1D18-7EAD-1206324CD3E8}"/>
              </a:ext>
            </a:extLst>
          </p:cNvPr>
          <p:cNvSpPr txBox="1"/>
          <p:nvPr/>
        </p:nvSpPr>
        <p:spPr>
          <a:xfrm>
            <a:off x="351184" y="1901687"/>
            <a:ext cx="2623930" cy="3970318"/>
          </a:xfrm>
          <a:prstGeom prst="rect">
            <a:avLst/>
          </a:prstGeom>
          <a:noFill/>
        </p:spPr>
        <p:txBody>
          <a:bodyPr wrap="square" rtlCol="0">
            <a:spAutoFit/>
          </a:bodyPr>
          <a:lstStyle/>
          <a:p>
            <a:pPr marL="285750" indent="-285750">
              <a:buFont typeface="Arial" panose="020B0604020202020204" pitchFamily="34" charset="0"/>
              <a:buChar char="•"/>
            </a:pPr>
            <a:r>
              <a:rPr lang="en-US" dirty="0"/>
              <a:t>To understand the model limitations further, the Mean Absolute Percentage Error was determined for different pricing bins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err="1"/>
              <a:t>XGBoost</a:t>
            </a:r>
            <a:r>
              <a:rPr lang="en-US" dirty="0"/>
              <a:t> and Neural Network exhibited the lowest error on the test dataset</a:t>
            </a:r>
          </a:p>
          <a:p>
            <a:endParaRPr lang="en-US" dirty="0"/>
          </a:p>
          <a:p>
            <a:pPr marL="285750" indent="-285750">
              <a:buFont typeface="Arial" panose="020B0604020202020204" pitchFamily="34" charset="0"/>
              <a:buChar char="•"/>
            </a:pPr>
            <a:endParaRPr lang="en-US" dirty="0"/>
          </a:p>
        </p:txBody>
      </p:sp>
      <p:sp>
        <p:nvSpPr>
          <p:cNvPr id="4" name="TextBox 3">
            <a:extLst>
              <a:ext uri="{FF2B5EF4-FFF2-40B4-BE49-F238E27FC236}">
                <a16:creationId xmlns:a16="http://schemas.microsoft.com/office/drawing/2014/main" id="{7A29D383-6985-97C1-461A-FFF852471C9E}"/>
              </a:ext>
            </a:extLst>
          </p:cNvPr>
          <p:cNvSpPr txBox="1"/>
          <p:nvPr/>
        </p:nvSpPr>
        <p:spPr>
          <a:xfrm>
            <a:off x="3471715" y="5993133"/>
            <a:ext cx="2082621" cy="261610"/>
          </a:xfrm>
          <a:prstGeom prst="rect">
            <a:avLst/>
          </a:prstGeom>
          <a:noFill/>
        </p:spPr>
        <p:txBody>
          <a:bodyPr wrap="none" rtlCol="0">
            <a:spAutoFit/>
          </a:bodyPr>
          <a:lstStyle/>
          <a:p>
            <a:r>
              <a:rPr lang="en-US" sz="1100" dirty="0"/>
              <a:t>* MAE = Mean Absolute Error</a:t>
            </a:r>
          </a:p>
        </p:txBody>
      </p:sp>
    </p:spTree>
    <p:extLst>
      <p:ext uri="{BB962C8B-B14F-4D97-AF65-F5344CB8AC3E}">
        <p14:creationId xmlns:p14="http://schemas.microsoft.com/office/powerpoint/2010/main" val="960270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CB5F2A-0597-7C61-4233-0B04A8111D9D}"/>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C4109803-8F56-B097-E38F-AC34976EA186}"/>
              </a:ext>
            </a:extLst>
          </p:cNvPr>
          <p:cNvSpPr>
            <a:spLocks noGrp="1"/>
          </p:cNvSpPr>
          <p:nvPr>
            <p:ph type="sldNum" sz="quarter" idx="19"/>
          </p:nvPr>
        </p:nvSpPr>
        <p:spPr/>
        <p:txBody>
          <a:bodyPr/>
          <a:lstStyle/>
          <a:p>
            <a:fld id="{AEAA3239-9EA4-4A65-A281-97F994456D9F}" type="slidenum">
              <a:rPr lang="en-US" smtClean="0"/>
              <a:pPr/>
              <a:t>13</a:t>
            </a:fld>
            <a:endParaRPr lang="en-US" sz="900" dirty="0"/>
          </a:p>
        </p:txBody>
      </p:sp>
      <p:sp>
        <p:nvSpPr>
          <p:cNvPr id="8" name="TextBox 7">
            <a:extLst>
              <a:ext uri="{FF2B5EF4-FFF2-40B4-BE49-F238E27FC236}">
                <a16:creationId xmlns:a16="http://schemas.microsoft.com/office/drawing/2014/main" id="{867AA88E-7B72-D3E0-C8B1-4AF33DFFD4EA}"/>
              </a:ext>
            </a:extLst>
          </p:cNvPr>
          <p:cNvSpPr txBox="1"/>
          <p:nvPr/>
        </p:nvSpPr>
        <p:spPr>
          <a:xfrm>
            <a:off x="190500" y="341486"/>
            <a:ext cx="10972800" cy="502890"/>
          </a:xfrm>
          <a:prstGeom prst="rect">
            <a:avLst/>
          </a:prstGeom>
          <a:noFill/>
        </p:spPr>
        <p:txBody>
          <a:bodyPr wrap="square" rtlCol="0">
            <a:normAutofit fontScale="92500" lnSpcReduction="20000"/>
          </a:bodyPr>
          <a:lstStyle/>
          <a:p>
            <a:pPr marL="0" algn="l">
              <a:buNone/>
            </a:pPr>
            <a:r>
              <a:rPr lang="en-US" sz="3600" b="1" dirty="0">
                <a:solidFill>
                  <a:srgbClr val="105237"/>
                </a:solidFill>
                <a:effectLst/>
                <a:latin typeface="Avenir Next LT Pro" panose="020B0504020202020204" pitchFamily="34" charset="0"/>
              </a:rPr>
              <a:t>Modeling Summary: Choosi</a:t>
            </a:r>
            <a:r>
              <a:rPr lang="en-US" sz="3600" b="1" dirty="0">
                <a:solidFill>
                  <a:srgbClr val="105237"/>
                </a:solidFill>
                <a:latin typeface="Avenir Next LT Pro" panose="020B0504020202020204" pitchFamily="34" charset="0"/>
              </a:rPr>
              <a:t>ng the Best Model</a:t>
            </a:r>
            <a:endParaRPr lang="en-US" b="1" dirty="0"/>
          </a:p>
        </p:txBody>
      </p:sp>
      <p:graphicFrame>
        <p:nvGraphicFramePr>
          <p:cNvPr id="9" name="Table 8">
            <a:extLst>
              <a:ext uri="{FF2B5EF4-FFF2-40B4-BE49-F238E27FC236}">
                <a16:creationId xmlns:a16="http://schemas.microsoft.com/office/drawing/2014/main" id="{04ED12A9-B148-1464-EB9B-6C9CFABB1602}"/>
              </a:ext>
            </a:extLst>
          </p:cNvPr>
          <p:cNvGraphicFramePr>
            <a:graphicFrameLocks noGrp="1"/>
          </p:cNvGraphicFramePr>
          <p:nvPr>
            <p:extLst>
              <p:ext uri="{D42A27DB-BD31-4B8C-83A1-F6EECF244321}">
                <p14:modId xmlns:p14="http://schemas.microsoft.com/office/powerpoint/2010/main" val="635534129"/>
              </p:ext>
            </p:extLst>
          </p:nvPr>
        </p:nvGraphicFramePr>
        <p:xfrm>
          <a:off x="3311986" y="1727197"/>
          <a:ext cx="8606053" cy="4424680"/>
        </p:xfrm>
        <a:graphic>
          <a:graphicData uri="http://schemas.openxmlformats.org/drawingml/2006/table">
            <a:tbl>
              <a:tblPr firstRow="1" bandRow="1">
                <a:tableStyleId>{5C22544A-7EE6-4342-B048-85BDC9FD1C3A}</a:tableStyleId>
              </a:tblPr>
              <a:tblGrid>
                <a:gridCol w="1031446">
                  <a:extLst>
                    <a:ext uri="{9D8B030D-6E8A-4147-A177-3AD203B41FA5}">
                      <a16:colId xmlns:a16="http://schemas.microsoft.com/office/drawing/2014/main" val="2845682289"/>
                    </a:ext>
                  </a:extLst>
                </a:gridCol>
                <a:gridCol w="590763">
                  <a:extLst>
                    <a:ext uri="{9D8B030D-6E8A-4147-A177-3AD203B41FA5}">
                      <a16:colId xmlns:a16="http://schemas.microsoft.com/office/drawing/2014/main" val="467382250"/>
                    </a:ext>
                  </a:extLst>
                </a:gridCol>
                <a:gridCol w="1077594">
                  <a:extLst>
                    <a:ext uri="{9D8B030D-6E8A-4147-A177-3AD203B41FA5}">
                      <a16:colId xmlns:a16="http://schemas.microsoft.com/office/drawing/2014/main" val="3403067199"/>
                    </a:ext>
                  </a:extLst>
                </a:gridCol>
                <a:gridCol w="1077594">
                  <a:extLst>
                    <a:ext uri="{9D8B030D-6E8A-4147-A177-3AD203B41FA5}">
                      <a16:colId xmlns:a16="http://schemas.microsoft.com/office/drawing/2014/main" val="1866233328"/>
                    </a:ext>
                  </a:extLst>
                </a:gridCol>
                <a:gridCol w="1565277">
                  <a:extLst>
                    <a:ext uri="{9D8B030D-6E8A-4147-A177-3AD203B41FA5}">
                      <a16:colId xmlns:a16="http://schemas.microsoft.com/office/drawing/2014/main" val="2391152734"/>
                    </a:ext>
                  </a:extLst>
                </a:gridCol>
                <a:gridCol w="1791091">
                  <a:extLst>
                    <a:ext uri="{9D8B030D-6E8A-4147-A177-3AD203B41FA5}">
                      <a16:colId xmlns:a16="http://schemas.microsoft.com/office/drawing/2014/main" val="1421436755"/>
                    </a:ext>
                  </a:extLst>
                </a:gridCol>
                <a:gridCol w="1472288">
                  <a:extLst>
                    <a:ext uri="{9D8B030D-6E8A-4147-A177-3AD203B41FA5}">
                      <a16:colId xmlns:a16="http://schemas.microsoft.com/office/drawing/2014/main" val="3951468298"/>
                    </a:ext>
                  </a:extLst>
                </a:gridCol>
              </a:tblGrid>
              <a:tr h="370840">
                <a:tc>
                  <a:txBody>
                    <a:bodyPr/>
                    <a:lstStyle/>
                    <a:p>
                      <a:r>
                        <a:rPr lang="en-US" sz="1400" dirty="0"/>
                        <a:t>Model</a:t>
                      </a:r>
                    </a:p>
                  </a:txBody>
                  <a:tcPr/>
                </a:tc>
                <a:tc>
                  <a:txBody>
                    <a:bodyPr/>
                    <a:lstStyle/>
                    <a:p>
                      <a:pPr algn="ctr"/>
                      <a:r>
                        <a:rPr lang="en-US" sz="1400" dirty="0"/>
                        <a:t>R</a:t>
                      </a:r>
                      <a:r>
                        <a:rPr lang="en-US" sz="1400" baseline="30000" dirty="0"/>
                        <a:t>2</a:t>
                      </a:r>
                      <a:endParaRPr lang="en-US" sz="1400" dirty="0"/>
                    </a:p>
                  </a:txBody>
                  <a:tcPr/>
                </a:tc>
                <a:tc>
                  <a:txBody>
                    <a:bodyPr/>
                    <a:lstStyle/>
                    <a:p>
                      <a:pPr algn="ctr"/>
                      <a:r>
                        <a:rPr lang="en-US" sz="1400" dirty="0"/>
                        <a:t>MAE</a:t>
                      </a:r>
                    </a:p>
                  </a:txBody>
                  <a:tcPr/>
                </a:tc>
                <a:tc>
                  <a:txBody>
                    <a:bodyPr/>
                    <a:lstStyle/>
                    <a:p>
                      <a:pPr algn="ctr"/>
                      <a:r>
                        <a:rPr lang="en-US" sz="1400" dirty="0"/>
                        <a:t>Low Price (&lt;$300K)</a:t>
                      </a:r>
                    </a:p>
                  </a:txBody>
                  <a:tcPr/>
                </a:tc>
                <a:tc>
                  <a:txBody>
                    <a:bodyPr/>
                    <a:lstStyle/>
                    <a:p>
                      <a:pPr algn="ctr"/>
                      <a:r>
                        <a:rPr lang="en-US" sz="1400" dirty="0"/>
                        <a:t>Med Price</a:t>
                      </a:r>
                    </a:p>
                    <a:p>
                      <a:pPr algn="ctr"/>
                      <a:r>
                        <a:rPr lang="en-US" sz="1400" dirty="0"/>
                        <a:t>($300K-$500K)</a:t>
                      </a:r>
                    </a:p>
                  </a:txBody>
                  <a:tcPr/>
                </a:tc>
                <a:tc>
                  <a:txBody>
                    <a:bodyPr/>
                    <a:lstStyle/>
                    <a:p>
                      <a:pPr algn="ctr"/>
                      <a:r>
                        <a:rPr lang="en-US" sz="1400" dirty="0"/>
                        <a:t>Med-High Price</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($500K-$1M)</a:t>
                      </a:r>
                    </a:p>
                  </a:txBody>
                  <a:tcPr/>
                </a:tc>
                <a:tc>
                  <a:txBody>
                    <a:bodyPr/>
                    <a:lstStyle/>
                    <a:p>
                      <a:pPr algn="ctr"/>
                      <a:r>
                        <a:rPr lang="en-US" sz="1400" dirty="0"/>
                        <a:t>High Price</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(&gt;$1M)</a:t>
                      </a:r>
                    </a:p>
                  </a:txBody>
                  <a:tcPr/>
                </a:tc>
                <a:extLst>
                  <a:ext uri="{0D108BD9-81ED-4DB2-BD59-A6C34878D82A}">
                    <a16:rowId xmlns:a16="http://schemas.microsoft.com/office/drawing/2014/main" val="3985857261"/>
                  </a:ext>
                </a:extLst>
              </a:tr>
              <a:tr h="370840">
                <a:tc>
                  <a:txBody>
                    <a:bodyPr/>
                    <a:lstStyle/>
                    <a:p>
                      <a:r>
                        <a:rPr lang="en-US" sz="1400" dirty="0"/>
                        <a:t># of samples</a:t>
                      </a:r>
                    </a:p>
                  </a:txBody>
                  <a:tcPr>
                    <a:solidFill>
                      <a:srgbClr val="29B95C"/>
                    </a:solidFill>
                  </a:tcPr>
                </a:tc>
                <a:tc>
                  <a:txBody>
                    <a:bodyPr/>
                    <a:lstStyle/>
                    <a:p>
                      <a:pPr algn="ctr"/>
                      <a:r>
                        <a:rPr lang="en-US" sz="1400" dirty="0"/>
                        <a:t>135</a:t>
                      </a:r>
                    </a:p>
                  </a:txBody>
                  <a:tcPr>
                    <a:solidFill>
                      <a:srgbClr val="29B95C"/>
                    </a:solidFill>
                  </a:tcPr>
                </a:tc>
                <a:tc>
                  <a:txBody>
                    <a:bodyPr/>
                    <a:lstStyle/>
                    <a:p>
                      <a:pPr algn="ctr"/>
                      <a:r>
                        <a:rPr lang="en-US" sz="1400" dirty="0"/>
                        <a:t>135</a:t>
                      </a:r>
                    </a:p>
                  </a:txBody>
                  <a:tcPr>
                    <a:solidFill>
                      <a:srgbClr val="29B95C"/>
                    </a:solidFill>
                  </a:tcPr>
                </a:tc>
                <a:tc>
                  <a:txBody>
                    <a:bodyPr/>
                    <a:lstStyle/>
                    <a:p>
                      <a:pPr algn="ctr"/>
                      <a:r>
                        <a:rPr lang="en-US" sz="1400" dirty="0"/>
                        <a:t>61</a:t>
                      </a:r>
                    </a:p>
                  </a:txBody>
                  <a:tcPr>
                    <a:solidFill>
                      <a:srgbClr val="29B95C"/>
                    </a:solidFill>
                  </a:tcPr>
                </a:tc>
                <a:tc>
                  <a:txBody>
                    <a:bodyPr/>
                    <a:lstStyle/>
                    <a:p>
                      <a:pPr algn="ctr"/>
                      <a:r>
                        <a:rPr lang="en-US" sz="1400" dirty="0"/>
                        <a:t>49</a:t>
                      </a:r>
                    </a:p>
                  </a:txBody>
                  <a:tcPr>
                    <a:solidFill>
                      <a:srgbClr val="29B95C"/>
                    </a:solidFill>
                  </a:tcPr>
                </a:tc>
                <a:tc>
                  <a:txBody>
                    <a:bodyPr/>
                    <a:lstStyle/>
                    <a:p>
                      <a:pPr algn="ctr"/>
                      <a:r>
                        <a:rPr lang="en-US" sz="1400" dirty="0"/>
                        <a:t>20</a:t>
                      </a:r>
                    </a:p>
                  </a:txBody>
                  <a:tcPr>
                    <a:solidFill>
                      <a:srgbClr val="29B95C"/>
                    </a:solidFill>
                  </a:tcPr>
                </a:tc>
                <a:tc>
                  <a:txBody>
                    <a:bodyPr/>
                    <a:lstStyle/>
                    <a:p>
                      <a:pPr algn="ctr"/>
                      <a:r>
                        <a:rPr lang="en-US" sz="1400" dirty="0"/>
                        <a:t>5</a:t>
                      </a:r>
                    </a:p>
                  </a:txBody>
                  <a:tcPr>
                    <a:solidFill>
                      <a:srgbClr val="29B95C"/>
                    </a:solidFill>
                  </a:tcPr>
                </a:tc>
                <a:extLst>
                  <a:ext uri="{0D108BD9-81ED-4DB2-BD59-A6C34878D82A}">
                    <a16:rowId xmlns:a16="http://schemas.microsoft.com/office/drawing/2014/main" val="3403882667"/>
                  </a:ext>
                </a:extLst>
              </a:tr>
              <a:tr h="370840">
                <a:tc>
                  <a:txBody>
                    <a:bodyPr/>
                    <a:lstStyle/>
                    <a:p>
                      <a:r>
                        <a:rPr lang="en-US" sz="1400" dirty="0"/>
                        <a:t>Linear – Best Fit</a:t>
                      </a:r>
                    </a:p>
                  </a:txBody>
                  <a:tcPr/>
                </a:tc>
                <a:tc>
                  <a:txBody>
                    <a:bodyPr/>
                    <a:lstStyle/>
                    <a:p>
                      <a:pPr algn="ctr"/>
                      <a:r>
                        <a:rPr lang="en-US" sz="1400" dirty="0"/>
                        <a:t>0.66</a:t>
                      </a:r>
                    </a:p>
                  </a:txBody>
                  <a:tcPr/>
                </a:tc>
                <a:tc>
                  <a:txBody>
                    <a:bodyPr/>
                    <a:lstStyle/>
                    <a:p>
                      <a:pPr algn="ctr"/>
                      <a:r>
                        <a:rPr lang="en-US" sz="1400" dirty="0"/>
                        <a:t>$98,053</a:t>
                      </a:r>
                    </a:p>
                  </a:txBody>
                  <a:tcPr/>
                </a:tc>
                <a:tc>
                  <a:txBody>
                    <a:bodyPr/>
                    <a:lstStyle/>
                    <a:p>
                      <a:pPr algn="ctr"/>
                      <a:r>
                        <a:rPr lang="en-US" sz="1400" dirty="0"/>
                        <a:t>30.51%</a:t>
                      </a:r>
                    </a:p>
                  </a:txBody>
                  <a:tcPr/>
                </a:tc>
                <a:tc>
                  <a:txBody>
                    <a:bodyPr/>
                    <a:lstStyle/>
                    <a:p>
                      <a:pPr algn="ctr"/>
                      <a:r>
                        <a:rPr lang="en-US" sz="1400" dirty="0"/>
                        <a:t>21.40%</a:t>
                      </a:r>
                    </a:p>
                  </a:txBody>
                  <a:tcPr/>
                </a:tc>
                <a:tc>
                  <a:txBody>
                    <a:bodyPr/>
                    <a:lstStyle/>
                    <a:p>
                      <a:pPr algn="ctr"/>
                      <a:r>
                        <a:rPr lang="en-US" sz="1400" dirty="0"/>
                        <a:t>24.81%</a:t>
                      </a:r>
                    </a:p>
                  </a:txBody>
                  <a:tcPr/>
                </a:tc>
                <a:tc>
                  <a:txBody>
                    <a:bodyPr/>
                    <a:lstStyle/>
                    <a:p>
                      <a:pPr algn="ctr"/>
                      <a:r>
                        <a:rPr lang="en-US" sz="1400" dirty="0"/>
                        <a:t>26.45%</a:t>
                      </a:r>
                    </a:p>
                  </a:txBody>
                  <a:tcPr/>
                </a:tc>
                <a:extLst>
                  <a:ext uri="{0D108BD9-81ED-4DB2-BD59-A6C34878D82A}">
                    <a16:rowId xmlns:a16="http://schemas.microsoft.com/office/drawing/2014/main" val="551949586"/>
                  </a:ext>
                </a:extLst>
              </a:tr>
              <a:tr h="370840">
                <a:tc>
                  <a:txBody>
                    <a:bodyPr/>
                    <a:lstStyle/>
                    <a:p>
                      <a:r>
                        <a:rPr lang="en-US" sz="1400" dirty="0"/>
                        <a:t>Linear – Ridge</a:t>
                      </a:r>
                    </a:p>
                  </a:txBody>
                  <a:tcPr/>
                </a:tc>
                <a:tc>
                  <a:txBody>
                    <a:bodyPr/>
                    <a:lstStyle/>
                    <a:p>
                      <a:pPr algn="ctr"/>
                      <a:r>
                        <a:rPr lang="en-US" sz="1400" dirty="0"/>
                        <a:t>0.54</a:t>
                      </a:r>
                    </a:p>
                  </a:txBody>
                  <a:tcPr/>
                </a:tc>
                <a:tc>
                  <a:txBody>
                    <a:bodyPr/>
                    <a:lstStyle/>
                    <a:p>
                      <a:pPr algn="ctr"/>
                      <a:r>
                        <a:rPr lang="en-US" sz="1400" dirty="0"/>
                        <a:t>$96,896</a:t>
                      </a:r>
                    </a:p>
                  </a:txBody>
                  <a:tcPr/>
                </a:tc>
                <a:tc>
                  <a:txBody>
                    <a:bodyPr/>
                    <a:lstStyle/>
                    <a:p>
                      <a:pPr algn="ctr"/>
                      <a:r>
                        <a:rPr lang="en-US" sz="1400" dirty="0"/>
                        <a:t>33.67%</a:t>
                      </a:r>
                    </a:p>
                  </a:txBody>
                  <a:tcPr/>
                </a:tc>
                <a:tc>
                  <a:txBody>
                    <a:bodyPr/>
                    <a:lstStyle/>
                    <a:p>
                      <a:pPr algn="ctr"/>
                      <a:r>
                        <a:rPr lang="en-US" sz="1400" dirty="0"/>
                        <a:t>20.43%</a:t>
                      </a:r>
                    </a:p>
                  </a:txBody>
                  <a:tcPr/>
                </a:tc>
                <a:tc>
                  <a:txBody>
                    <a:bodyPr/>
                    <a:lstStyle/>
                    <a:p>
                      <a:pPr algn="ctr"/>
                      <a:r>
                        <a:rPr lang="en-US" sz="1400" dirty="0"/>
                        <a:t>19.75%</a:t>
                      </a:r>
                    </a:p>
                  </a:txBody>
                  <a:tcPr/>
                </a:tc>
                <a:tc>
                  <a:txBody>
                    <a:bodyPr/>
                    <a:lstStyle/>
                    <a:p>
                      <a:pPr algn="ctr"/>
                      <a:r>
                        <a:rPr lang="en-US" sz="1400" dirty="0"/>
                        <a:t>32.87%</a:t>
                      </a:r>
                    </a:p>
                  </a:txBody>
                  <a:tcPr/>
                </a:tc>
                <a:extLst>
                  <a:ext uri="{0D108BD9-81ED-4DB2-BD59-A6C34878D82A}">
                    <a16:rowId xmlns:a16="http://schemas.microsoft.com/office/drawing/2014/main" val="3514412297"/>
                  </a:ext>
                </a:extLst>
              </a:tr>
              <a:tr h="370840">
                <a:tc>
                  <a:txBody>
                    <a:bodyPr/>
                    <a:lstStyle/>
                    <a:p>
                      <a:r>
                        <a:rPr lang="en-US" sz="1400" dirty="0"/>
                        <a:t>Linear – Lasso</a:t>
                      </a:r>
                    </a:p>
                  </a:txBody>
                  <a:tcPr/>
                </a:tc>
                <a:tc>
                  <a:txBody>
                    <a:bodyPr/>
                    <a:lstStyle/>
                    <a:p>
                      <a:pPr algn="ctr"/>
                      <a:r>
                        <a:rPr lang="en-US" sz="1400" dirty="0"/>
                        <a:t>0.67</a:t>
                      </a:r>
                    </a:p>
                  </a:txBody>
                  <a:tcPr/>
                </a:tc>
                <a:tc>
                  <a:txBody>
                    <a:bodyPr/>
                    <a:lstStyle/>
                    <a:p>
                      <a:pPr algn="ctr"/>
                      <a:r>
                        <a:rPr lang="en-US" sz="1400" dirty="0"/>
                        <a:t>$99,996</a:t>
                      </a:r>
                    </a:p>
                  </a:txBody>
                  <a:tcPr/>
                </a:tc>
                <a:tc>
                  <a:txBody>
                    <a:bodyPr/>
                    <a:lstStyle/>
                    <a:p>
                      <a:pPr algn="ctr"/>
                      <a:r>
                        <a:rPr lang="en-US" sz="1400" dirty="0"/>
                        <a:t>32.78%</a:t>
                      </a:r>
                    </a:p>
                  </a:txBody>
                  <a:tcPr/>
                </a:tc>
                <a:tc>
                  <a:txBody>
                    <a:bodyPr/>
                    <a:lstStyle/>
                    <a:p>
                      <a:pPr algn="ctr"/>
                      <a:r>
                        <a:rPr lang="en-US" sz="1400" dirty="0"/>
                        <a:t>22.14%</a:t>
                      </a:r>
                    </a:p>
                  </a:txBody>
                  <a:tcPr/>
                </a:tc>
                <a:tc>
                  <a:txBody>
                    <a:bodyPr/>
                    <a:lstStyle/>
                    <a:p>
                      <a:pPr algn="ctr"/>
                      <a:r>
                        <a:rPr lang="en-US" sz="1400" dirty="0"/>
                        <a:t>23.82%</a:t>
                      </a:r>
                    </a:p>
                  </a:txBody>
                  <a:tcPr/>
                </a:tc>
                <a:tc>
                  <a:txBody>
                    <a:bodyPr/>
                    <a:lstStyle/>
                    <a:p>
                      <a:pPr algn="ctr"/>
                      <a:r>
                        <a:rPr lang="en-US" sz="1400" dirty="0"/>
                        <a:t>26.83%</a:t>
                      </a:r>
                    </a:p>
                  </a:txBody>
                  <a:tcPr/>
                </a:tc>
                <a:extLst>
                  <a:ext uri="{0D108BD9-81ED-4DB2-BD59-A6C34878D82A}">
                    <a16:rowId xmlns:a16="http://schemas.microsoft.com/office/drawing/2014/main" val="3090718896"/>
                  </a:ext>
                </a:extLst>
              </a:tr>
              <a:tr h="370840">
                <a:tc>
                  <a:txBody>
                    <a:bodyPr/>
                    <a:lstStyle/>
                    <a:p>
                      <a:r>
                        <a:rPr lang="en-US" sz="1400" dirty="0"/>
                        <a:t>Random Forest</a:t>
                      </a:r>
                    </a:p>
                  </a:txBody>
                  <a:tcPr/>
                </a:tc>
                <a:tc>
                  <a:txBody>
                    <a:bodyPr/>
                    <a:lstStyle/>
                    <a:p>
                      <a:pPr algn="ctr"/>
                      <a:r>
                        <a:rPr lang="en-US" sz="1400" dirty="0"/>
                        <a:t>0.66</a:t>
                      </a:r>
                    </a:p>
                  </a:txBody>
                  <a:tcPr/>
                </a:tc>
                <a:tc>
                  <a:txBody>
                    <a:bodyPr/>
                    <a:lstStyle/>
                    <a:p>
                      <a:pPr algn="ctr"/>
                      <a:r>
                        <a:rPr lang="en-US" sz="1400" dirty="0"/>
                        <a:t>$88,425</a:t>
                      </a:r>
                    </a:p>
                  </a:txBody>
                  <a:tcPr/>
                </a:tc>
                <a:tc>
                  <a:txBody>
                    <a:bodyPr/>
                    <a:lstStyle/>
                    <a:p>
                      <a:pPr algn="ctr"/>
                      <a:r>
                        <a:rPr lang="en-US" sz="1400" dirty="0"/>
                        <a:t>28.62%</a:t>
                      </a:r>
                    </a:p>
                  </a:txBody>
                  <a:tcPr/>
                </a:tc>
                <a:tc>
                  <a:txBody>
                    <a:bodyPr/>
                    <a:lstStyle/>
                    <a:p>
                      <a:pPr algn="ctr"/>
                      <a:r>
                        <a:rPr lang="en-US" sz="1400" dirty="0"/>
                        <a:t>16.90%</a:t>
                      </a:r>
                    </a:p>
                  </a:txBody>
                  <a:tcPr/>
                </a:tc>
                <a:tc>
                  <a:txBody>
                    <a:bodyPr/>
                    <a:lstStyle/>
                    <a:p>
                      <a:pPr algn="ctr"/>
                      <a:r>
                        <a:rPr lang="en-US" sz="1400" dirty="0"/>
                        <a:t>24.38%</a:t>
                      </a:r>
                    </a:p>
                  </a:txBody>
                  <a:tcPr/>
                </a:tc>
                <a:tc>
                  <a:txBody>
                    <a:bodyPr/>
                    <a:lstStyle/>
                    <a:p>
                      <a:pPr algn="ctr"/>
                      <a:r>
                        <a:rPr lang="en-US" sz="1400" dirty="0"/>
                        <a:t>30.04%</a:t>
                      </a:r>
                    </a:p>
                  </a:txBody>
                  <a:tcPr/>
                </a:tc>
                <a:extLst>
                  <a:ext uri="{0D108BD9-81ED-4DB2-BD59-A6C34878D82A}">
                    <a16:rowId xmlns:a16="http://schemas.microsoft.com/office/drawing/2014/main" val="3460172242"/>
                  </a:ext>
                </a:extLst>
              </a:tr>
              <a:tr h="370840">
                <a:tc>
                  <a:txBody>
                    <a:bodyPr/>
                    <a:lstStyle/>
                    <a:p>
                      <a:r>
                        <a:rPr lang="en-US" sz="1400" dirty="0" err="1"/>
                        <a:t>XGBoost</a:t>
                      </a:r>
                      <a:endParaRPr lang="en-US" sz="1400" dirty="0"/>
                    </a:p>
                  </a:txBody>
                  <a:tcPr/>
                </a:tc>
                <a:tc>
                  <a:txBody>
                    <a:bodyPr/>
                    <a:lstStyle/>
                    <a:p>
                      <a:pPr algn="ctr"/>
                      <a:r>
                        <a:rPr lang="en-US" sz="1400" dirty="0"/>
                        <a:t>0.68</a:t>
                      </a:r>
                    </a:p>
                  </a:txBody>
                  <a:tcPr/>
                </a:tc>
                <a:tc>
                  <a:txBody>
                    <a:bodyPr/>
                    <a:lstStyle/>
                    <a:p>
                      <a:pPr algn="ctr"/>
                      <a:r>
                        <a:rPr lang="en-US" sz="1400" dirty="0"/>
                        <a:t>$82,132</a:t>
                      </a:r>
                    </a:p>
                  </a:txBody>
                  <a:tcPr/>
                </a:tc>
                <a:tc>
                  <a:txBody>
                    <a:bodyPr/>
                    <a:lstStyle/>
                    <a:p>
                      <a:pPr algn="ctr"/>
                      <a:r>
                        <a:rPr lang="en-US" sz="1400" dirty="0"/>
                        <a:t>27.24%</a:t>
                      </a:r>
                    </a:p>
                  </a:txBody>
                  <a:tcPr/>
                </a:tc>
                <a:tc>
                  <a:txBody>
                    <a:bodyPr/>
                    <a:lstStyle/>
                    <a:p>
                      <a:pPr algn="ctr"/>
                      <a:r>
                        <a:rPr lang="en-US" sz="1400" dirty="0"/>
                        <a:t>15.57%</a:t>
                      </a:r>
                    </a:p>
                  </a:txBody>
                  <a:tcPr/>
                </a:tc>
                <a:tc>
                  <a:txBody>
                    <a:bodyPr/>
                    <a:lstStyle/>
                    <a:p>
                      <a:pPr algn="ctr"/>
                      <a:r>
                        <a:rPr lang="en-US" sz="1400" dirty="0"/>
                        <a:t>21.00%</a:t>
                      </a:r>
                    </a:p>
                  </a:txBody>
                  <a:tcPr/>
                </a:tc>
                <a:tc>
                  <a:txBody>
                    <a:bodyPr/>
                    <a:lstStyle/>
                    <a:p>
                      <a:pPr algn="ctr"/>
                      <a:r>
                        <a:rPr lang="en-US" sz="1400" dirty="0"/>
                        <a:t>30.78%</a:t>
                      </a:r>
                    </a:p>
                  </a:txBody>
                  <a:tcPr/>
                </a:tc>
                <a:extLst>
                  <a:ext uri="{0D108BD9-81ED-4DB2-BD59-A6C34878D82A}">
                    <a16:rowId xmlns:a16="http://schemas.microsoft.com/office/drawing/2014/main" val="3077128078"/>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Simple Neural Network</a:t>
                      </a:r>
                    </a:p>
                    <a:p>
                      <a:endParaRPr lang="en-US" sz="1400" dirty="0"/>
                    </a:p>
                  </a:txBody>
                  <a:tcPr/>
                </a:tc>
                <a:tc>
                  <a:txBody>
                    <a:bodyPr/>
                    <a:lstStyle/>
                    <a:p>
                      <a:pPr algn="ctr"/>
                      <a:r>
                        <a:rPr lang="en-US" sz="1400" dirty="0"/>
                        <a:t>0.70</a:t>
                      </a:r>
                    </a:p>
                  </a:txBody>
                  <a:tcPr/>
                </a:tc>
                <a:tc>
                  <a:txBody>
                    <a:bodyPr/>
                    <a:lstStyle/>
                    <a:p>
                      <a:pPr algn="ctr"/>
                      <a:r>
                        <a:rPr lang="en-US" sz="1400" dirty="0"/>
                        <a:t>$80,114</a:t>
                      </a:r>
                    </a:p>
                  </a:txBody>
                  <a:tcPr/>
                </a:tc>
                <a:tc>
                  <a:txBody>
                    <a:bodyPr/>
                    <a:lstStyle/>
                    <a:p>
                      <a:pPr algn="ctr"/>
                      <a:r>
                        <a:rPr lang="en-US" sz="1400" dirty="0"/>
                        <a:t>22.7%</a:t>
                      </a:r>
                    </a:p>
                  </a:txBody>
                  <a:tcPr/>
                </a:tc>
                <a:tc>
                  <a:txBody>
                    <a:bodyPr/>
                    <a:lstStyle/>
                    <a:p>
                      <a:pPr algn="ctr"/>
                      <a:r>
                        <a:rPr lang="en-US" sz="1400" dirty="0"/>
                        <a:t>18.08%</a:t>
                      </a:r>
                    </a:p>
                  </a:txBody>
                  <a:tcPr/>
                </a:tc>
                <a:tc>
                  <a:txBody>
                    <a:bodyPr/>
                    <a:lstStyle/>
                    <a:p>
                      <a:pPr algn="ctr"/>
                      <a:r>
                        <a:rPr lang="en-US" sz="1400" dirty="0"/>
                        <a:t>22.86%</a:t>
                      </a:r>
                    </a:p>
                  </a:txBody>
                  <a:tcPr/>
                </a:tc>
                <a:tc>
                  <a:txBody>
                    <a:bodyPr/>
                    <a:lstStyle/>
                    <a:p>
                      <a:pPr algn="ctr"/>
                      <a:r>
                        <a:rPr lang="en-US" sz="1400" dirty="0"/>
                        <a:t>23.51%</a:t>
                      </a:r>
                    </a:p>
                  </a:txBody>
                  <a:tcPr/>
                </a:tc>
                <a:extLst>
                  <a:ext uri="{0D108BD9-81ED-4DB2-BD59-A6C34878D82A}">
                    <a16:rowId xmlns:a16="http://schemas.microsoft.com/office/drawing/2014/main" val="2975577040"/>
                  </a:ext>
                </a:extLst>
              </a:tr>
            </a:tbl>
          </a:graphicData>
        </a:graphic>
      </p:graphicFrame>
      <p:sp>
        <p:nvSpPr>
          <p:cNvPr id="3" name="TextBox 2">
            <a:extLst>
              <a:ext uri="{FF2B5EF4-FFF2-40B4-BE49-F238E27FC236}">
                <a16:creationId xmlns:a16="http://schemas.microsoft.com/office/drawing/2014/main" id="{19CD9F1E-800B-C2CE-07FD-AB52742BB2E1}"/>
              </a:ext>
            </a:extLst>
          </p:cNvPr>
          <p:cNvSpPr txBox="1"/>
          <p:nvPr/>
        </p:nvSpPr>
        <p:spPr>
          <a:xfrm>
            <a:off x="351184" y="1901687"/>
            <a:ext cx="2623930" cy="4524315"/>
          </a:xfrm>
          <a:prstGeom prst="rect">
            <a:avLst/>
          </a:prstGeom>
          <a:noFill/>
        </p:spPr>
        <p:txBody>
          <a:bodyPr wrap="square" rtlCol="0">
            <a:spAutoFit/>
          </a:bodyPr>
          <a:lstStyle/>
          <a:p>
            <a:pPr marL="285750" indent="-285750">
              <a:buFont typeface="Arial" panose="020B0604020202020204" pitchFamily="34" charset="0"/>
              <a:buChar char="•"/>
            </a:pPr>
            <a:r>
              <a:rPr lang="en-US" dirty="0"/>
              <a:t>To understand the model limitations further, the Mean Absolute Percentage Error was determined for different pricing bins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err="1"/>
              <a:t>XGBoost</a:t>
            </a:r>
            <a:r>
              <a:rPr lang="en-US" dirty="0"/>
              <a:t> and Simple Neural Network</a:t>
            </a:r>
          </a:p>
          <a:p>
            <a:pPr marL="285750" indent="-285750">
              <a:buFont typeface="Arial" panose="020B0604020202020204" pitchFamily="34" charset="0"/>
              <a:buChar char="•"/>
            </a:pPr>
            <a:r>
              <a:rPr lang="en-US" dirty="0"/>
              <a:t> exhibited the lowest error on the test dataset</a:t>
            </a:r>
          </a:p>
          <a:p>
            <a:pPr marL="742950" lvl="1" indent="-285750">
              <a:buFont typeface="Arial" panose="020B0604020202020204" pitchFamily="34" charset="0"/>
              <a:buChar char="•"/>
            </a:pPr>
            <a:r>
              <a:rPr lang="en-US" dirty="0"/>
              <a:t>Neural network was a simple 3-layer network</a:t>
            </a:r>
          </a:p>
        </p:txBody>
      </p:sp>
      <p:sp>
        <p:nvSpPr>
          <p:cNvPr id="4" name="TextBox 3">
            <a:extLst>
              <a:ext uri="{FF2B5EF4-FFF2-40B4-BE49-F238E27FC236}">
                <a16:creationId xmlns:a16="http://schemas.microsoft.com/office/drawing/2014/main" id="{AA3B53D9-859E-A794-CCF2-C547A78502EF}"/>
              </a:ext>
            </a:extLst>
          </p:cNvPr>
          <p:cNvSpPr txBox="1"/>
          <p:nvPr/>
        </p:nvSpPr>
        <p:spPr>
          <a:xfrm>
            <a:off x="3404151" y="6099814"/>
            <a:ext cx="2044149" cy="261610"/>
          </a:xfrm>
          <a:prstGeom prst="rect">
            <a:avLst/>
          </a:prstGeom>
          <a:noFill/>
        </p:spPr>
        <p:txBody>
          <a:bodyPr wrap="none" rtlCol="0">
            <a:spAutoFit/>
          </a:bodyPr>
          <a:lstStyle/>
          <a:p>
            <a:r>
              <a:rPr lang="en-US" sz="1100" dirty="0"/>
              <a:t>* MAE = Mean Average Error</a:t>
            </a:r>
          </a:p>
        </p:txBody>
      </p:sp>
      <p:sp>
        <p:nvSpPr>
          <p:cNvPr id="2" name="Rectangle 1">
            <a:extLst>
              <a:ext uri="{FF2B5EF4-FFF2-40B4-BE49-F238E27FC236}">
                <a16:creationId xmlns:a16="http://schemas.microsoft.com/office/drawing/2014/main" id="{32F9CEB4-8478-DEA7-3946-1D3DA7A501F7}"/>
              </a:ext>
            </a:extLst>
          </p:cNvPr>
          <p:cNvSpPr/>
          <p:nvPr/>
        </p:nvSpPr>
        <p:spPr>
          <a:xfrm>
            <a:off x="4926496" y="5221357"/>
            <a:ext cx="1043608" cy="356480"/>
          </a:xfrm>
          <a:prstGeom prst="rect">
            <a:avLst/>
          </a:prstGeom>
          <a:noFill/>
          <a:ln w="76200">
            <a:solidFill>
              <a:srgbClr val="29B95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EA632E79-0AB4-8852-8C6E-87471FA08C5F}"/>
              </a:ext>
            </a:extLst>
          </p:cNvPr>
          <p:cNvSpPr/>
          <p:nvPr/>
        </p:nvSpPr>
        <p:spPr>
          <a:xfrm>
            <a:off x="6039679" y="5221357"/>
            <a:ext cx="1043608" cy="356480"/>
          </a:xfrm>
          <a:prstGeom prst="rect">
            <a:avLst/>
          </a:prstGeom>
          <a:noFill/>
          <a:ln w="76200">
            <a:solidFill>
              <a:srgbClr val="29B95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7D448865-2798-874F-3286-556770A4035C}"/>
              </a:ext>
            </a:extLst>
          </p:cNvPr>
          <p:cNvSpPr/>
          <p:nvPr/>
        </p:nvSpPr>
        <p:spPr>
          <a:xfrm>
            <a:off x="7325140" y="4803913"/>
            <a:ext cx="1043608" cy="356480"/>
          </a:xfrm>
          <a:prstGeom prst="rect">
            <a:avLst/>
          </a:prstGeom>
          <a:noFill/>
          <a:ln w="76200">
            <a:solidFill>
              <a:srgbClr val="29B95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D45763F6-6AAA-DBB5-8DF0-2ED1EDDCA691}"/>
              </a:ext>
            </a:extLst>
          </p:cNvPr>
          <p:cNvSpPr/>
          <p:nvPr/>
        </p:nvSpPr>
        <p:spPr>
          <a:xfrm>
            <a:off x="9001540" y="3250760"/>
            <a:ext cx="1043608" cy="356480"/>
          </a:xfrm>
          <a:prstGeom prst="rect">
            <a:avLst/>
          </a:prstGeom>
          <a:noFill/>
          <a:ln w="76200">
            <a:solidFill>
              <a:srgbClr val="29B95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9A7AC1E-272C-E2DB-CDBC-CA7CF0536427}"/>
              </a:ext>
            </a:extLst>
          </p:cNvPr>
          <p:cNvSpPr/>
          <p:nvPr/>
        </p:nvSpPr>
        <p:spPr>
          <a:xfrm>
            <a:off x="10600468" y="5214731"/>
            <a:ext cx="1043608" cy="356480"/>
          </a:xfrm>
          <a:prstGeom prst="rect">
            <a:avLst/>
          </a:prstGeom>
          <a:noFill/>
          <a:ln w="76200">
            <a:solidFill>
              <a:srgbClr val="29B95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D5C3E5DE-83B2-3764-1121-0FE63BF8C1F9}"/>
              </a:ext>
            </a:extLst>
          </p:cNvPr>
          <p:cNvSpPr/>
          <p:nvPr/>
        </p:nvSpPr>
        <p:spPr>
          <a:xfrm>
            <a:off x="4335117" y="5221357"/>
            <a:ext cx="591379" cy="356480"/>
          </a:xfrm>
          <a:prstGeom prst="rect">
            <a:avLst/>
          </a:prstGeom>
          <a:noFill/>
          <a:ln w="76200">
            <a:solidFill>
              <a:srgbClr val="29B95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141049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34F849-B0EE-75C4-0AA1-301785E4F313}"/>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CD43D5A3-E12E-52B0-AF7B-39FEC7E9F65D}"/>
              </a:ext>
            </a:extLst>
          </p:cNvPr>
          <p:cNvSpPr>
            <a:spLocks noGrp="1"/>
          </p:cNvSpPr>
          <p:nvPr>
            <p:ph type="sldNum" sz="quarter" idx="19"/>
          </p:nvPr>
        </p:nvSpPr>
        <p:spPr/>
        <p:txBody>
          <a:bodyPr/>
          <a:lstStyle/>
          <a:p>
            <a:fld id="{AEAA3239-9EA4-4A65-A281-97F994456D9F}" type="slidenum">
              <a:rPr lang="en-US" smtClean="0"/>
              <a:pPr/>
              <a:t>14</a:t>
            </a:fld>
            <a:endParaRPr lang="en-US" sz="900" dirty="0"/>
          </a:p>
        </p:txBody>
      </p:sp>
      <p:sp>
        <p:nvSpPr>
          <p:cNvPr id="8" name="TextBox 7">
            <a:extLst>
              <a:ext uri="{FF2B5EF4-FFF2-40B4-BE49-F238E27FC236}">
                <a16:creationId xmlns:a16="http://schemas.microsoft.com/office/drawing/2014/main" id="{35DF9479-4513-E6FB-2FD5-5E68E1C5457F}"/>
              </a:ext>
            </a:extLst>
          </p:cNvPr>
          <p:cNvSpPr txBox="1"/>
          <p:nvPr/>
        </p:nvSpPr>
        <p:spPr>
          <a:xfrm>
            <a:off x="190500" y="341486"/>
            <a:ext cx="10972800" cy="502890"/>
          </a:xfrm>
          <a:prstGeom prst="rect">
            <a:avLst/>
          </a:prstGeom>
          <a:noFill/>
        </p:spPr>
        <p:txBody>
          <a:bodyPr wrap="square" rtlCol="0">
            <a:normAutofit fontScale="92500" lnSpcReduction="20000"/>
          </a:bodyPr>
          <a:lstStyle/>
          <a:p>
            <a:pPr marL="0" algn="l">
              <a:buNone/>
            </a:pPr>
            <a:r>
              <a:rPr lang="en-US" sz="3600" b="1" dirty="0">
                <a:solidFill>
                  <a:srgbClr val="105237"/>
                </a:solidFill>
                <a:effectLst/>
                <a:latin typeface="Avenir Next LT Pro" panose="020B0504020202020204" pitchFamily="34" charset="0"/>
              </a:rPr>
              <a:t>Modeling Summary: Feature Importance</a:t>
            </a:r>
            <a:endParaRPr lang="en-US" b="1" dirty="0"/>
          </a:p>
        </p:txBody>
      </p:sp>
      <p:pic>
        <p:nvPicPr>
          <p:cNvPr id="3" name="Picture 2">
            <a:extLst>
              <a:ext uri="{FF2B5EF4-FFF2-40B4-BE49-F238E27FC236}">
                <a16:creationId xmlns:a16="http://schemas.microsoft.com/office/drawing/2014/main" id="{DE24ABC1-93B8-7AC8-8C17-537957D97FC5}"/>
              </a:ext>
            </a:extLst>
          </p:cNvPr>
          <p:cNvPicPr>
            <a:picLocks noChangeAspect="1"/>
          </p:cNvPicPr>
          <p:nvPr/>
        </p:nvPicPr>
        <p:blipFill>
          <a:blip r:embed="rId2"/>
          <a:stretch>
            <a:fillRect/>
          </a:stretch>
        </p:blipFill>
        <p:spPr>
          <a:xfrm>
            <a:off x="6096000" y="2061580"/>
            <a:ext cx="5548076" cy="3232358"/>
          </a:xfrm>
          <a:prstGeom prst="rect">
            <a:avLst/>
          </a:prstGeom>
        </p:spPr>
      </p:pic>
      <p:pic>
        <p:nvPicPr>
          <p:cNvPr id="11" name="Picture 10">
            <a:extLst>
              <a:ext uri="{FF2B5EF4-FFF2-40B4-BE49-F238E27FC236}">
                <a16:creationId xmlns:a16="http://schemas.microsoft.com/office/drawing/2014/main" id="{542CC9C9-B742-7AAE-81AE-1EC8430089A1}"/>
              </a:ext>
            </a:extLst>
          </p:cNvPr>
          <p:cNvPicPr>
            <a:picLocks noChangeAspect="1"/>
          </p:cNvPicPr>
          <p:nvPr/>
        </p:nvPicPr>
        <p:blipFill>
          <a:blip r:embed="rId3"/>
          <a:srcRect l="657" r="-1"/>
          <a:stretch>
            <a:fillRect/>
          </a:stretch>
        </p:blipFill>
        <p:spPr>
          <a:xfrm>
            <a:off x="190500" y="2061580"/>
            <a:ext cx="5090470" cy="3232358"/>
          </a:xfrm>
          <a:prstGeom prst="rect">
            <a:avLst/>
          </a:prstGeom>
        </p:spPr>
      </p:pic>
    </p:spTree>
    <p:extLst>
      <p:ext uri="{BB962C8B-B14F-4D97-AF65-F5344CB8AC3E}">
        <p14:creationId xmlns:p14="http://schemas.microsoft.com/office/powerpoint/2010/main" val="3236523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4A47E4F-88A3-7144-0E43-A88B95C7949F}"/>
              </a:ext>
            </a:extLst>
          </p:cNvPr>
          <p:cNvSpPr>
            <a:spLocks noGrp="1"/>
          </p:cNvSpPr>
          <p:nvPr>
            <p:ph sz="quarter" idx="15"/>
          </p:nvPr>
        </p:nvSpPr>
        <p:spPr>
          <a:xfrm>
            <a:off x="685800" y="1258957"/>
            <a:ext cx="5074920" cy="4958963"/>
          </a:xfrm>
        </p:spPr>
        <p:txBody>
          <a:bodyPr/>
          <a:lstStyle/>
          <a:p>
            <a:r>
              <a:rPr lang="en-US" dirty="0"/>
              <a:t>Conclusions</a:t>
            </a:r>
          </a:p>
          <a:p>
            <a:pPr lvl="1"/>
            <a:r>
              <a:rPr lang="en-US" dirty="0"/>
              <a:t>Depending on the price range, </a:t>
            </a:r>
            <a:r>
              <a:rPr lang="en-US" dirty="0" err="1"/>
              <a:t>XGBoost</a:t>
            </a:r>
            <a:r>
              <a:rPr lang="en-US" dirty="0"/>
              <a:t> or Neural Network would be the best models</a:t>
            </a:r>
          </a:p>
          <a:p>
            <a:pPr lvl="1"/>
            <a:r>
              <a:rPr lang="en-US" dirty="0"/>
              <a:t>Neural Network is the overall winner due to its consistency across price ranges</a:t>
            </a:r>
          </a:p>
          <a:p>
            <a:pPr lvl="1"/>
            <a:endParaRPr lang="en-US" dirty="0"/>
          </a:p>
          <a:p>
            <a:pPr lvl="1"/>
            <a:r>
              <a:rPr lang="en-US" dirty="0"/>
              <a:t>Ideally, these models would have less than 10% error</a:t>
            </a:r>
          </a:p>
          <a:p>
            <a:pPr lvl="2"/>
            <a:r>
              <a:rPr lang="en-US" dirty="0"/>
              <a:t>May need more data and feature engineering to make this happen</a:t>
            </a:r>
          </a:p>
          <a:p>
            <a:pPr lvl="1"/>
            <a:r>
              <a:rPr lang="en-US" dirty="0"/>
              <a:t>The models given here can give an idea as to whether a house is significantly over/under priced, but more refinement and data are needed to be more specific</a:t>
            </a:r>
          </a:p>
          <a:p>
            <a:pPr lvl="1"/>
            <a:endParaRPr lang="en-US" dirty="0"/>
          </a:p>
          <a:p>
            <a:pPr lvl="1"/>
            <a:endParaRPr lang="en-US" dirty="0"/>
          </a:p>
        </p:txBody>
      </p:sp>
      <p:sp>
        <p:nvSpPr>
          <p:cNvPr id="4" name="Content Placeholder 3">
            <a:extLst>
              <a:ext uri="{FF2B5EF4-FFF2-40B4-BE49-F238E27FC236}">
                <a16:creationId xmlns:a16="http://schemas.microsoft.com/office/drawing/2014/main" id="{4D8AFF8A-4940-CE4B-4F1A-8063A1DD1471}"/>
              </a:ext>
            </a:extLst>
          </p:cNvPr>
          <p:cNvSpPr>
            <a:spLocks noGrp="1"/>
          </p:cNvSpPr>
          <p:nvPr>
            <p:ph sz="quarter" idx="16"/>
          </p:nvPr>
        </p:nvSpPr>
        <p:spPr>
          <a:xfrm>
            <a:off x="6430963" y="1192696"/>
            <a:ext cx="5075237" cy="5025224"/>
          </a:xfrm>
        </p:spPr>
        <p:txBody>
          <a:bodyPr/>
          <a:lstStyle/>
          <a:p>
            <a:r>
              <a:rPr lang="en-US" dirty="0"/>
              <a:t>Next Steps</a:t>
            </a:r>
          </a:p>
          <a:p>
            <a:pPr lvl="1"/>
            <a:r>
              <a:rPr lang="en-US" dirty="0"/>
              <a:t>Obtain more data – more housing information would be very helpful and would allow for separating the houses based on price for modeling of separate bins</a:t>
            </a:r>
          </a:p>
          <a:p>
            <a:pPr lvl="1"/>
            <a:r>
              <a:rPr lang="en-US" dirty="0"/>
              <a:t>Gather more information about features</a:t>
            </a:r>
          </a:p>
          <a:p>
            <a:pPr lvl="2"/>
            <a:r>
              <a:rPr lang="en-US" dirty="0"/>
              <a:t>Features such as if there is a pool, granite countertops, newly remodeled, distance from schools, etc.</a:t>
            </a:r>
          </a:p>
          <a:p>
            <a:pPr lvl="1"/>
            <a:r>
              <a:rPr lang="en-US" dirty="0"/>
              <a:t>Further optimization of the Neural Network model</a:t>
            </a:r>
          </a:p>
          <a:p>
            <a:pPr lvl="2"/>
            <a:r>
              <a:rPr lang="en-US" dirty="0"/>
              <a:t>This was an initial Neural Network model that can be tuned further</a:t>
            </a:r>
          </a:p>
          <a:p>
            <a:pPr lvl="2"/>
            <a:endParaRPr lang="en-US" dirty="0"/>
          </a:p>
          <a:p>
            <a:pPr lvl="2"/>
            <a:endParaRPr lang="en-US" dirty="0"/>
          </a:p>
        </p:txBody>
      </p:sp>
      <p:sp>
        <p:nvSpPr>
          <p:cNvPr id="7" name="Slide Number Placeholder 6">
            <a:extLst>
              <a:ext uri="{FF2B5EF4-FFF2-40B4-BE49-F238E27FC236}">
                <a16:creationId xmlns:a16="http://schemas.microsoft.com/office/drawing/2014/main" id="{CE6E0A4D-1291-1E7B-DF84-12A8B26C2642}"/>
              </a:ext>
            </a:extLst>
          </p:cNvPr>
          <p:cNvSpPr>
            <a:spLocks noGrp="1"/>
          </p:cNvSpPr>
          <p:nvPr>
            <p:ph type="sldNum" sz="quarter" idx="19"/>
          </p:nvPr>
        </p:nvSpPr>
        <p:spPr/>
        <p:txBody>
          <a:bodyPr/>
          <a:lstStyle/>
          <a:p>
            <a:fld id="{AEAA3239-9EA4-4A65-A281-97F994456D9F}" type="slidenum">
              <a:rPr lang="en-US" smtClean="0"/>
              <a:pPr/>
              <a:t>15</a:t>
            </a:fld>
            <a:endParaRPr lang="en-US" sz="900" dirty="0"/>
          </a:p>
        </p:txBody>
      </p:sp>
      <p:sp>
        <p:nvSpPr>
          <p:cNvPr id="8" name="TextBox 7">
            <a:extLst>
              <a:ext uri="{FF2B5EF4-FFF2-40B4-BE49-F238E27FC236}">
                <a16:creationId xmlns:a16="http://schemas.microsoft.com/office/drawing/2014/main" id="{07E89E90-2C4C-BECE-68CF-A0FAB5FC3052}"/>
              </a:ext>
            </a:extLst>
          </p:cNvPr>
          <p:cNvSpPr txBox="1"/>
          <p:nvPr/>
        </p:nvSpPr>
        <p:spPr>
          <a:xfrm>
            <a:off x="190500" y="341486"/>
            <a:ext cx="10972800" cy="502890"/>
          </a:xfrm>
          <a:prstGeom prst="rect">
            <a:avLst/>
          </a:prstGeom>
          <a:noFill/>
        </p:spPr>
        <p:txBody>
          <a:bodyPr wrap="square" rtlCol="0">
            <a:normAutofit fontScale="92500" lnSpcReduction="20000"/>
          </a:bodyPr>
          <a:lstStyle/>
          <a:p>
            <a:pPr marL="0" algn="l">
              <a:buNone/>
            </a:pPr>
            <a:r>
              <a:rPr lang="en-US" sz="3600" b="1" dirty="0">
                <a:solidFill>
                  <a:srgbClr val="105237"/>
                </a:solidFill>
                <a:effectLst/>
                <a:latin typeface="Avenir Next LT Pro" panose="020B0504020202020204" pitchFamily="34" charset="0"/>
              </a:rPr>
              <a:t>Conclusions and Next Steps</a:t>
            </a:r>
            <a:endParaRPr lang="en-US" b="1" dirty="0"/>
          </a:p>
        </p:txBody>
      </p:sp>
      <p:sp>
        <p:nvSpPr>
          <p:cNvPr id="2" name="AutoShape 2" descr="Image result for MN minneapolis housing">
            <a:extLst>
              <a:ext uri="{FF2B5EF4-FFF2-40B4-BE49-F238E27FC236}">
                <a16:creationId xmlns:a16="http://schemas.microsoft.com/office/drawing/2014/main" id="{E09DA03C-A44A-DD55-9771-0F1C22AF3CDF}"/>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0" name="Picture 9">
            <a:extLst>
              <a:ext uri="{FF2B5EF4-FFF2-40B4-BE49-F238E27FC236}">
                <a16:creationId xmlns:a16="http://schemas.microsoft.com/office/drawing/2014/main" id="{88DD358A-906B-9DDC-CD26-0A4323C301A6}"/>
              </a:ext>
            </a:extLst>
          </p:cNvPr>
          <p:cNvPicPr>
            <a:picLocks noChangeAspect="1"/>
          </p:cNvPicPr>
          <p:nvPr/>
        </p:nvPicPr>
        <p:blipFill>
          <a:blip r:embed="rId2"/>
          <a:stretch>
            <a:fillRect/>
          </a:stretch>
        </p:blipFill>
        <p:spPr>
          <a:xfrm>
            <a:off x="6430963" y="4536591"/>
            <a:ext cx="4152900" cy="2257425"/>
          </a:xfrm>
          <a:prstGeom prst="rect">
            <a:avLst/>
          </a:prstGeom>
        </p:spPr>
      </p:pic>
    </p:spTree>
    <p:extLst>
      <p:ext uri="{BB962C8B-B14F-4D97-AF65-F5344CB8AC3E}">
        <p14:creationId xmlns:p14="http://schemas.microsoft.com/office/powerpoint/2010/main" val="1403791682"/>
      </p:ext>
    </p:extLst>
  </p:cSld>
  <p:clrMapOvr>
    <a:masterClrMapping/>
  </p:clrMapOvr>
</p:sld>
</file>

<file path=ppt/theme/theme1.xml><?xml version="1.0" encoding="utf-8"?>
<a:theme xmlns:a="http://schemas.openxmlformats.org/drawingml/2006/main" name="Square harmony">
  <a:themeElements>
    <a:clrScheme name="Square Harmony">
      <a:dk1>
        <a:srgbClr val="000000"/>
      </a:dk1>
      <a:lt1>
        <a:srgbClr val="FFFFFF"/>
      </a:lt1>
      <a:dk2>
        <a:srgbClr val="0E2841"/>
      </a:dk2>
      <a:lt2>
        <a:srgbClr val="E8E8E8"/>
      </a:lt2>
      <a:accent1>
        <a:srgbClr val="0E5336"/>
      </a:accent1>
      <a:accent2>
        <a:srgbClr val="DDB4FA"/>
      </a:accent2>
      <a:accent3>
        <a:srgbClr val="5693CF"/>
      </a:accent3>
      <a:accent4>
        <a:srgbClr val="F6F8E6"/>
      </a:accent4>
      <a:accent5>
        <a:srgbClr val="90FEC3"/>
      </a:accent5>
      <a:accent6>
        <a:srgbClr val="1538A8"/>
      </a:accent6>
      <a:hlink>
        <a:srgbClr val="467886"/>
      </a:hlink>
      <a:folHlink>
        <a:srgbClr val="96607D"/>
      </a:folHlink>
    </a:clrScheme>
    <a:fontScheme name="Square harmony">
      <a:majorFont>
        <a:latin typeface="Avenir Next LT Pro Demi"/>
        <a:ea typeface=""/>
        <a:cs typeface=""/>
      </a:majorFont>
      <a:minorFont>
        <a:latin typeface="Avenir Next LT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quare Harmony_win32_EF_v3" id="{DFB72738-CE99-4470-904C-205E8E70D837}" vid="{F2FEBAB6-D7E3-4CC2-B31D-075EF81A389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1324</TotalTime>
  <Words>1308</Words>
  <Application>Microsoft Office PowerPoint</Application>
  <PresentationFormat>Widescreen</PresentationFormat>
  <Paragraphs>272</Paragraphs>
  <Slides>15</Slides>
  <Notes>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Aptos</vt:lpstr>
      <vt:lpstr>Arial</vt:lpstr>
      <vt:lpstr>Avenir Next LT Pro</vt:lpstr>
      <vt:lpstr>Avenir Next LT Pro Demi</vt:lpstr>
      <vt:lpstr>Avenir Next LT Pro Light</vt:lpstr>
      <vt:lpstr>Square harmony</vt:lpstr>
      <vt:lpstr>PowerPoint Presentation</vt:lpstr>
      <vt:lpstr>PowerPoint Presentation</vt:lpstr>
      <vt:lpstr>Predicting Minneapolis/St.Paul Housing Data: Why Do it?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Benjamin Peters</dc:creator>
  <cp:lastModifiedBy>Benjamin Peters</cp:lastModifiedBy>
  <cp:revision>3</cp:revision>
  <dcterms:created xsi:type="dcterms:W3CDTF">2026-03-05T01:42:22Z</dcterms:created>
  <dcterms:modified xsi:type="dcterms:W3CDTF">2026-03-06T00:47:48Z</dcterms:modified>
</cp:coreProperties>
</file>